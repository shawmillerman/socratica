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5143500" cx="9144000"/>
  <p:notesSz cx="6858000" cy="9144000"/>
  <p:embeddedFontLst>
    <p:embeddedFont>
      <p:font typeface="Archivo Narrow"/>
      <p:regular r:id="rId27"/>
      <p:bold r:id="rId28"/>
      <p:italic r:id="rId29"/>
      <p:boldItalic r:id="rId30"/>
    </p:embeddedFont>
    <p:embeddedFont>
      <p:font typeface="Archivo Narrow SemiBold"/>
      <p:regular r:id="rId31"/>
      <p:bold r:id="rId32"/>
      <p:italic r:id="rId33"/>
      <p:boldItalic r:id="rId34"/>
    </p:embeddedFont>
    <p:embeddedFont>
      <p:font typeface="Archivo Medium"/>
      <p:regular r:id="rId35"/>
      <p:bold r:id="rId36"/>
      <p:italic r:id="rId37"/>
      <p:boldItalic r:id="rId38"/>
    </p:embeddedFont>
    <p:embeddedFont>
      <p:font typeface="Archivo Narrow Medium"/>
      <p:regular r:id="rId39"/>
      <p:bold r:id="rId40"/>
      <p:italic r:id="rId41"/>
      <p:boldItalic r:id="rId42"/>
    </p:embeddedFont>
    <p:embeddedFont>
      <p:font typeface="Helvetica Neue"/>
      <p:regular r:id="rId43"/>
      <p:bold r:id="rId44"/>
      <p:italic r:id="rId45"/>
      <p:boldItalic r:id="rId46"/>
    </p:embeddedFont>
    <p:embeddedFont>
      <p:font typeface="Helvetica Neue Light"/>
      <p:regular r:id="rId47"/>
      <p:bold r:id="rId48"/>
      <p:italic r:id="rId49"/>
      <p:boldItalic r:id="rId50"/>
    </p:embeddedFont>
    <p:embeddedFont>
      <p:font typeface="Oswald"/>
      <p:regular r:id="rId51"/>
      <p:bold r:id="rId52"/>
    </p:embeddedFont>
    <p:embeddedFont>
      <p:font typeface="Archivo"/>
      <p:regular r:id="rId53"/>
      <p:bold r:id="rId54"/>
      <p:italic r:id="rId55"/>
      <p:boldItalic r:id="rId56"/>
    </p:embeddedFont>
    <p:embeddedFont>
      <p:font typeface="Archivo Black"/>
      <p:regular r:id="rId57"/>
    </p:embeddedFont>
    <p:embeddedFont>
      <p:font typeface="Archivo SemiBold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chivoNarrowMedium-bold.fntdata"/><Relationship Id="rId42" Type="http://schemas.openxmlformats.org/officeDocument/2006/relationships/font" Target="fonts/ArchivoNarrowMedium-boldItalic.fntdata"/><Relationship Id="rId41" Type="http://schemas.openxmlformats.org/officeDocument/2006/relationships/font" Target="fonts/ArchivoNarrowMedium-italic.fntdata"/><Relationship Id="rId44" Type="http://schemas.openxmlformats.org/officeDocument/2006/relationships/font" Target="fonts/HelveticaNeue-bold.fntdata"/><Relationship Id="rId43" Type="http://schemas.openxmlformats.org/officeDocument/2006/relationships/font" Target="fonts/HelveticaNeue-regular.fntdata"/><Relationship Id="rId46" Type="http://schemas.openxmlformats.org/officeDocument/2006/relationships/font" Target="fonts/HelveticaNeue-boldItalic.fntdata"/><Relationship Id="rId45" Type="http://schemas.openxmlformats.org/officeDocument/2006/relationships/font" Target="fonts/HelveticaNeue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HelveticaNeueLight-bold.fntdata"/><Relationship Id="rId47" Type="http://schemas.openxmlformats.org/officeDocument/2006/relationships/font" Target="fonts/HelveticaNeueLight-regular.fntdata"/><Relationship Id="rId49" Type="http://schemas.openxmlformats.org/officeDocument/2006/relationships/font" Target="fonts/HelveticaNeueLigh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ArchivoNarrowSemiBold-regular.fntdata"/><Relationship Id="rId30" Type="http://schemas.openxmlformats.org/officeDocument/2006/relationships/font" Target="fonts/ArchivoNarrow-boldItalic.fntdata"/><Relationship Id="rId33" Type="http://schemas.openxmlformats.org/officeDocument/2006/relationships/font" Target="fonts/ArchivoNarrowSemiBold-italic.fntdata"/><Relationship Id="rId32" Type="http://schemas.openxmlformats.org/officeDocument/2006/relationships/font" Target="fonts/ArchivoNarrowSemiBold-bold.fntdata"/><Relationship Id="rId35" Type="http://schemas.openxmlformats.org/officeDocument/2006/relationships/font" Target="fonts/ArchivoMedium-regular.fntdata"/><Relationship Id="rId34" Type="http://schemas.openxmlformats.org/officeDocument/2006/relationships/font" Target="fonts/ArchivoNarrowSemiBold-boldItalic.fntdata"/><Relationship Id="rId37" Type="http://schemas.openxmlformats.org/officeDocument/2006/relationships/font" Target="fonts/ArchivoMedium-italic.fntdata"/><Relationship Id="rId36" Type="http://schemas.openxmlformats.org/officeDocument/2006/relationships/font" Target="fonts/ArchivoMedium-bold.fntdata"/><Relationship Id="rId39" Type="http://schemas.openxmlformats.org/officeDocument/2006/relationships/font" Target="fonts/ArchivoNarrowMedium-regular.fntdata"/><Relationship Id="rId38" Type="http://schemas.openxmlformats.org/officeDocument/2006/relationships/font" Target="fonts/ArchivoMedium-boldItalic.fntdata"/><Relationship Id="rId61" Type="http://schemas.openxmlformats.org/officeDocument/2006/relationships/font" Target="fonts/ArchivoSemiBold-boldItalic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ArchivoSemiBold-italic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ArchivoNarrow-bold.fntdata"/><Relationship Id="rId27" Type="http://schemas.openxmlformats.org/officeDocument/2006/relationships/font" Target="fonts/ArchivoNarrow-regular.fntdata"/><Relationship Id="rId29" Type="http://schemas.openxmlformats.org/officeDocument/2006/relationships/font" Target="fonts/ArchivoNarrow-italic.fntdata"/><Relationship Id="rId51" Type="http://schemas.openxmlformats.org/officeDocument/2006/relationships/font" Target="fonts/Oswald-regular.fntdata"/><Relationship Id="rId50" Type="http://schemas.openxmlformats.org/officeDocument/2006/relationships/font" Target="fonts/HelveticaNeueLight-boldItalic.fntdata"/><Relationship Id="rId53" Type="http://schemas.openxmlformats.org/officeDocument/2006/relationships/font" Target="fonts/Archivo-regular.fntdata"/><Relationship Id="rId52" Type="http://schemas.openxmlformats.org/officeDocument/2006/relationships/font" Target="fonts/Oswald-bold.fntdata"/><Relationship Id="rId11" Type="http://schemas.openxmlformats.org/officeDocument/2006/relationships/slide" Target="slides/slide7.xml"/><Relationship Id="rId55" Type="http://schemas.openxmlformats.org/officeDocument/2006/relationships/font" Target="fonts/Archivo-italic.fntdata"/><Relationship Id="rId10" Type="http://schemas.openxmlformats.org/officeDocument/2006/relationships/slide" Target="slides/slide6.xml"/><Relationship Id="rId54" Type="http://schemas.openxmlformats.org/officeDocument/2006/relationships/font" Target="fonts/Archivo-bold.fntdata"/><Relationship Id="rId13" Type="http://schemas.openxmlformats.org/officeDocument/2006/relationships/slide" Target="slides/slide9.xml"/><Relationship Id="rId57" Type="http://schemas.openxmlformats.org/officeDocument/2006/relationships/font" Target="fonts/ArchivoBlack-regular.fntdata"/><Relationship Id="rId12" Type="http://schemas.openxmlformats.org/officeDocument/2006/relationships/slide" Target="slides/slide8.xml"/><Relationship Id="rId56" Type="http://schemas.openxmlformats.org/officeDocument/2006/relationships/font" Target="fonts/Archivo-boldItalic.fntdata"/><Relationship Id="rId15" Type="http://schemas.openxmlformats.org/officeDocument/2006/relationships/slide" Target="slides/slide11.xml"/><Relationship Id="rId59" Type="http://schemas.openxmlformats.org/officeDocument/2006/relationships/font" Target="fonts/ArchivoSemiBold-bold.fntdata"/><Relationship Id="rId14" Type="http://schemas.openxmlformats.org/officeDocument/2006/relationships/slide" Target="slides/slide10.xml"/><Relationship Id="rId58" Type="http://schemas.openxmlformats.org/officeDocument/2006/relationships/font" Target="fonts/ArchivoSemiBold-regular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8151a64ea_1_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8151a64ea_1_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a0b496f5f_1_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a0b496f5f_1_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a0b496f5f_1_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a0b496f5f_1_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a0b496f5f_1_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a0b496f5f_1_8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a0b496f5f_1_1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a0b496f5f_1_1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717b27a9e_1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f717b27a9e_1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8151a64ea_1_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d8151a64ea_1_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8151a64ea_1_1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d8151a64ea_1_10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8151a64ea_1_1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d8151a64ea_1_1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8254115a9_0_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d8254115a9_0_9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068ef98ed_9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e068ef98ed_9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d8254115a9_0_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d8254115a9_0_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d8254115a9_8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d8254115a9_8_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e068ef98ed_7_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e068ef98ed_7_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85e3e7fec_0_7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d85e3e7fec_0_7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8254115a9_4_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d8254115a9_4_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2c1bef782_2_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f2c1bef782_2_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d8254115a9_4_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d8254115a9_4_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d85e3e7fec_0_7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d85e3e7fec_0_77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d85e3e7fec_0_8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d85e3e7fec_0_8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d85e3e7fec_0_8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d85e3e7fec_0_8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With Image" type="title">
  <p:cSld name="TITL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2019_PSU_SpringLifestyle_D1_262.jpg"/>
          <p:cNvPicPr preferRelativeResize="0"/>
          <p:nvPr/>
        </p:nvPicPr>
        <p:blipFill rotWithShape="1">
          <a:blip r:embed="rId2">
            <a:alphaModFix/>
          </a:blip>
          <a:srcRect b="29587" l="6398" r="10193" t="0"/>
          <a:stretch/>
        </p:blipFill>
        <p:spPr>
          <a:xfrm>
            <a:off x="0" y="0"/>
            <a:ext cx="914399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354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267309" y="1805943"/>
            <a:ext cx="8609400" cy="739800"/>
          </a:xfrm>
          <a:prstGeom prst="rect">
            <a:avLst/>
          </a:prstGeom>
          <a:effectLst>
            <a:outerShdw blurRad="114300" rotWithShape="0" algn="bl" dir="5400000" dist="14288">
              <a:srgbClr val="000000">
                <a:alpha val="99000"/>
              </a:srgbClr>
            </a:outerShdw>
          </a:effectLst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13"/>
              <a:buFont typeface="Archivo Narrow"/>
              <a:buNone/>
              <a:defRPr b="1" i="0" sz="5813">
                <a:solidFill>
                  <a:schemeClr val="lt1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2pPr>
            <a:lvl3pPr lvl="2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3pPr>
            <a:lvl4pPr lvl="3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4pPr>
            <a:lvl5pPr lvl="4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5pPr>
            <a:lvl6pPr lvl="5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6pPr>
            <a:lvl7pPr lvl="6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7pPr>
            <a:lvl8pPr lvl="7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8pPr>
            <a:lvl9pPr lvl="8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2385300" y="2517049"/>
            <a:ext cx="4373400" cy="373800"/>
          </a:xfrm>
          <a:prstGeom prst="rect">
            <a:avLst/>
          </a:prstGeom>
          <a:effectLst>
            <a:outerShdw blurRad="114300" rotWithShape="0" algn="bl">
              <a:srgbClr val="000000"/>
            </a:outerShdw>
          </a:effectLst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chivo Narrow"/>
              <a:buNone/>
              <a:defRPr b="1" sz="2700">
                <a:solidFill>
                  <a:schemeClr val="lt1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25"/>
              <a:buNone/>
              <a:defRPr sz="1425"/>
            </a:lvl2pPr>
            <a:lvl3pPr lvl="2" algn="ctr">
              <a:spcBef>
                <a:spcPts val="0"/>
              </a:spcBef>
              <a:spcAft>
                <a:spcPts val="0"/>
              </a:spcAft>
              <a:buSzPts val="1425"/>
              <a:buNone/>
              <a:defRPr sz="1425"/>
            </a:lvl3pPr>
            <a:lvl4pPr lvl="3" algn="ctr">
              <a:spcBef>
                <a:spcPts val="0"/>
              </a:spcBef>
              <a:spcAft>
                <a:spcPts val="0"/>
              </a:spcAft>
              <a:buSzPts val="1425"/>
              <a:buNone/>
              <a:defRPr sz="1425"/>
            </a:lvl4pPr>
            <a:lvl5pPr lvl="4" algn="ctr">
              <a:spcBef>
                <a:spcPts val="0"/>
              </a:spcBef>
              <a:spcAft>
                <a:spcPts val="0"/>
              </a:spcAft>
              <a:buSzPts val="1425"/>
              <a:buNone/>
              <a:defRPr sz="1425"/>
            </a:lvl5pPr>
            <a:lvl6pPr lvl="5" algn="ctr">
              <a:spcBef>
                <a:spcPts val="0"/>
              </a:spcBef>
              <a:spcAft>
                <a:spcPts val="0"/>
              </a:spcAft>
              <a:buSzPts val="1425"/>
              <a:buNone/>
              <a:defRPr sz="1425"/>
            </a:lvl6pPr>
            <a:lvl7pPr lvl="6" algn="ctr">
              <a:spcBef>
                <a:spcPts val="0"/>
              </a:spcBef>
              <a:spcAft>
                <a:spcPts val="0"/>
              </a:spcAft>
              <a:buSzPts val="1425"/>
              <a:buNone/>
              <a:defRPr sz="1425"/>
            </a:lvl7pPr>
            <a:lvl8pPr lvl="7" algn="ctr">
              <a:spcBef>
                <a:spcPts val="0"/>
              </a:spcBef>
              <a:spcAft>
                <a:spcPts val="0"/>
              </a:spcAft>
              <a:buSzPts val="1425"/>
              <a:buNone/>
              <a:defRPr sz="1425"/>
            </a:lvl8pPr>
            <a:lvl9pPr lvl="8" algn="ctr">
              <a:spcBef>
                <a:spcPts val="0"/>
              </a:spcBef>
              <a:spcAft>
                <a:spcPts val="0"/>
              </a:spcAft>
              <a:buSzPts val="1425"/>
              <a:buNone/>
              <a:defRPr sz="1425"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2748300" y="3203600"/>
            <a:ext cx="3647400" cy="288900"/>
          </a:xfrm>
          <a:prstGeom prst="rect">
            <a:avLst/>
          </a:prstGeom>
          <a:effectLst>
            <a:outerShdw blurRad="75009" rotWithShape="0" algn="bl" dir="5400000" dist="10716">
              <a:srgbClr val="000000">
                <a:alpha val="70000"/>
              </a:srgbClr>
            </a:outerShdw>
          </a:effectLst>
        </p:spPr>
        <p:txBody>
          <a:bodyPr anchorCtr="0" anchor="ctr" bIns="34275" lIns="42875" spcFirstLastPara="1" rIns="342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chivo Medium"/>
              <a:buNone/>
              <a:defRPr sz="18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38"/>
              <a:buNone/>
              <a:defRPr sz="938"/>
            </a:lvl2pPr>
            <a:lvl3pPr lvl="2" algn="ctr">
              <a:spcBef>
                <a:spcPts val="0"/>
              </a:spcBef>
              <a:spcAft>
                <a:spcPts val="0"/>
              </a:spcAft>
              <a:buSzPts val="938"/>
              <a:buNone/>
              <a:defRPr sz="938"/>
            </a:lvl3pPr>
            <a:lvl4pPr lvl="3" algn="ctr">
              <a:spcBef>
                <a:spcPts val="0"/>
              </a:spcBef>
              <a:spcAft>
                <a:spcPts val="0"/>
              </a:spcAft>
              <a:buSzPts val="938"/>
              <a:buNone/>
              <a:defRPr sz="938"/>
            </a:lvl4pPr>
            <a:lvl5pPr lvl="4" algn="ctr">
              <a:spcBef>
                <a:spcPts val="0"/>
              </a:spcBef>
              <a:spcAft>
                <a:spcPts val="0"/>
              </a:spcAft>
              <a:buSzPts val="938"/>
              <a:buNone/>
              <a:defRPr sz="938"/>
            </a:lvl5pPr>
            <a:lvl6pPr lvl="5" algn="ctr">
              <a:spcBef>
                <a:spcPts val="0"/>
              </a:spcBef>
              <a:spcAft>
                <a:spcPts val="0"/>
              </a:spcAft>
              <a:buSzPts val="938"/>
              <a:buNone/>
              <a:defRPr sz="938"/>
            </a:lvl6pPr>
            <a:lvl7pPr lvl="6" algn="ctr">
              <a:spcBef>
                <a:spcPts val="0"/>
              </a:spcBef>
              <a:spcAft>
                <a:spcPts val="0"/>
              </a:spcAft>
              <a:buSzPts val="938"/>
              <a:buNone/>
              <a:defRPr sz="938"/>
            </a:lvl7pPr>
            <a:lvl8pPr lvl="7" algn="ctr">
              <a:spcBef>
                <a:spcPts val="0"/>
              </a:spcBef>
              <a:spcAft>
                <a:spcPts val="0"/>
              </a:spcAft>
              <a:buSzPts val="938"/>
              <a:buNone/>
              <a:defRPr sz="938"/>
            </a:lvl8pPr>
            <a:lvl9pPr lvl="8" algn="ctr">
              <a:spcBef>
                <a:spcPts val="0"/>
              </a:spcBef>
              <a:spcAft>
                <a:spcPts val="0"/>
              </a:spcAft>
              <a:buSzPts val="938"/>
              <a:buNone/>
              <a:defRPr sz="938"/>
            </a:lvl9pPr>
          </a:lstStyle>
          <a:p/>
        </p:txBody>
      </p:sp>
      <p:pic>
        <p:nvPicPr>
          <p:cNvPr descr="Portland State University Logo" id="15" name="Google Shape;15;p2" title="Portland State University Logo"/>
          <p:cNvPicPr preferRelativeResize="0"/>
          <p:nvPr/>
        </p:nvPicPr>
        <p:blipFill rotWithShape="1">
          <a:blip r:embed="rId3">
            <a:alphaModFix/>
          </a:blip>
          <a:srcRect b="18454" l="0" r="0" t="0"/>
          <a:stretch/>
        </p:blipFill>
        <p:spPr>
          <a:xfrm>
            <a:off x="3549863" y="4375257"/>
            <a:ext cx="2044285" cy="530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Forest green background">
  <p:cSld name="TITLE_1">
    <p:bg>
      <p:bgPr>
        <a:solidFill>
          <a:schemeClr val="lt2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4294791"/>
            <a:ext cx="9144000" cy="848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5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67309" y="1805943"/>
            <a:ext cx="8609400" cy="7398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13"/>
              <a:buFont typeface="Archivo Narrow"/>
              <a:buNone/>
              <a:defRPr b="1" i="0" sz="5813">
                <a:solidFill>
                  <a:schemeClr val="lt1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2pPr>
            <a:lvl3pPr lvl="2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3pPr>
            <a:lvl4pPr lvl="3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4pPr>
            <a:lvl5pPr lvl="4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5pPr>
            <a:lvl6pPr lvl="5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6pPr>
            <a:lvl7pPr lvl="6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7pPr>
            <a:lvl8pPr lvl="7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8pPr>
            <a:lvl9pPr lvl="8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2385300" y="2517049"/>
            <a:ext cx="4373400" cy="3738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chivo Narrow"/>
              <a:buNone/>
              <a:defRPr b="1" sz="2700">
                <a:solidFill>
                  <a:schemeClr val="lt1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25"/>
              <a:buNone/>
              <a:defRPr sz="1425"/>
            </a:lvl2pPr>
            <a:lvl3pPr lvl="2" algn="ctr">
              <a:spcBef>
                <a:spcPts val="0"/>
              </a:spcBef>
              <a:spcAft>
                <a:spcPts val="0"/>
              </a:spcAft>
              <a:buSzPts val="1425"/>
              <a:buNone/>
              <a:defRPr sz="1425"/>
            </a:lvl3pPr>
            <a:lvl4pPr lvl="3" algn="ctr">
              <a:spcBef>
                <a:spcPts val="0"/>
              </a:spcBef>
              <a:spcAft>
                <a:spcPts val="0"/>
              </a:spcAft>
              <a:buSzPts val="1425"/>
              <a:buNone/>
              <a:defRPr sz="1425"/>
            </a:lvl4pPr>
            <a:lvl5pPr lvl="4" algn="ctr">
              <a:spcBef>
                <a:spcPts val="0"/>
              </a:spcBef>
              <a:spcAft>
                <a:spcPts val="0"/>
              </a:spcAft>
              <a:buSzPts val="1425"/>
              <a:buNone/>
              <a:defRPr sz="1425"/>
            </a:lvl5pPr>
            <a:lvl6pPr lvl="5" algn="ctr">
              <a:spcBef>
                <a:spcPts val="0"/>
              </a:spcBef>
              <a:spcAft>
                <a:spcPts val="0"/>
              </a:spcAft>
              <a:buSzPts val="1425"/>
              <a:buNone/>
              <a:defRPr sz="1425"/>
            </a:lvl6pPr>
            <a:lvl7pPr lvl="6" algn="ctr">
              <a:spcBef>
                <a:spcPts val="0"/>
              </a:spcBef>
              <a:spcAft>
                <a:spcPts val="0"/>
              </a:spcAft>
              <a:buSzPts val="1425"/>
              <a:buNone/>
              <a:defRPr sz="1425"/>
            </a:lvl7pPr>
            <a:lvl8pPr lvl="7" algn="ctr">
              <a:spcBef>
                <a:spcPts val="0"/>
              </a:spcBef>
              <a:spcAft>
                <a:spcPts val="0"/>
              </a:spcAft>
              <a:buSzPts val="1425"/>
              <a:buNone/>
              <a:defRPr sz="1425"/>
            </a:lvl8pPr>
            <a:lvl9pPr lvl="8" algn="ctr">
              <a:spcBef>
                <a:spcPts val="0"/>
              </a:spcBef>
              <a:spcAft>
                <a:spcPts val="0"/>
              </a:spcAft>
              <a:buSzPts val="1425"/>
              <a:buNone/>
              <a:defRPr sz="1425"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748300" y="3203600"/>
            <a:ext cx="3647400" cy="288900"/>
          </a:xfrm>
          <a:prstGeom prst="rect">
            <a:avLst/>
          </a:prstGeom>
        </p:spPr>
        <p:txBody>
          <a:bodyPr anchorCtr="0" anchor="ctr" bIns="34275" lIns="42875" spcFirstLastPara="1" rIns="342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chivo Medium"/>
              <a:buNone/>
              <a:defRPr sz="18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38"/>
              <a:buFont typeface="Archivo Medium"/>
              <a:buNone/>
              <a:defRPr sz="938">
                <a:latin typeface="Archivo Medium"/>
                <a:ea typeface="Archivo Medium"/>
                <a:cs typeface="Archivo Medium"/>
                <a:sym typeface="Archivo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38"/>
              <a:buFont typeface="Archivo Medium"/>
              <a:buNone/>
              <a:defRPr sz="938"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38"/>
              <a:buFont typeface="Archivo Medium"/>
              <a:buNone/>
              <a:defRPr sz="938">
                <a:latin typeface="Archivo Medium"/>
                <a:ea typeface="Archivo Medium"/>
                <a:cs typeface="Archivo Medium"/>
                <a:sym typeface="Archivo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38"/>
              <a:buFont typeface="Archivo Medium"/>
              <a:buNone/>
              <a:defRPr sz="938">
                <a:latin typeface="Archivo Medium"/>
                <a:ea typeface="Archivo Medium"/>
                <a:cs typeface="Archivo Medium"/>
                <a:sym typeface="Archivo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38"/>
              <a:buFont typeface="Archivo Medium"/>
              <a:buNone/>
              <a:defRPr sz="938"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38"/>
              <a:buFont typeface="Archivo Medium"/>
              <a:buNone/>
              <a:defRPr sz="938">
                <a:latin typeface="Archivo Medium"/>
                <a:ea typeface="Archivo Medium"/>
                <a:cs typeface="Archivo Medium"/>
                <a:sym typeface="Archivo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38"/>
              <a:buFont typeface="Archivo Medium"/>
              <a:buNone/>
              <a:defRPr sz="938">
                <a:latin typeface="Archivo Medium"/>
                <a:ea typeface="Archivo Medium"/>
                <a:cs typeface="Archivo Medium"/>
                <a:sym typeface="Archivo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38"/>
              <a:buFont typeface="Archivo Medium"/>
              <a:buNone/>
              <a:defRPr sz="938">
                <a:latin typeface="Archivo Medium"/>
                <a:ea typeface="Archivo Medium"/>
                <a:cs typeface="Archivo Medium"/>
                <a:sym typeface="Archivo Medium"/>
              </a:defRPr>
            </a:lvl9pPr>
          </a:lstStyle>
          <a:p/>
        </p:txBody>
      </p:sp>
      <p:pic>
        <p:nvPicPr>
          <p:cNvPr id="21" name="Google Shape;21;p3" title="PSU_logo_black_transparent.png"/>
          <p:cNvPicPr preferRelativeResize="0"/>
          <p:nvPr/>
        </p:nvPicPr>
        <p:blipFill rotWithShape="1">
          <a:blip r:embed="rId2">
            <a:alphaModFix/>
          </a:blip>
          <a:srcRect b="9231" l="0" r="0" t="9223"/>
          <a:stretch/>
        </p:blipFill>
        <p:spPr>
          <a:xfrm>
            <a:off x="3549863" y="4454094"/>
            <a:ext cx="2044285" cy="530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PSU Green background">
  <p:cSld name="TITLE_1_1">
    <p:bg>
      <p:bgPr>
        <a:solidFill>
          <a:schemeClr val="accen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267309" y="1721844"/>
            <a:ext cx="8609400" cy="7398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13"/>
              <a:buFont typeface="Archivo Narrow"/>
              <a:buNone/>
              <a:defRPr b="1" i="0" sz="5813">
                <a:solidFill>
                  <a:schemeClr val="lt1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2pPr>
            <a:lvl3pPr lvl="2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3pPr>
            <a:lvl4pPr lvl="3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4pPr>
            <a:lvl5pPr lvl="4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5pPr>
            <a:lvl6pPr lvl="5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6pPr>
            <a:lvl7pPr lvl="6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7pPr>
            <a:lvl8pPr lvl="7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8pPr>
            <a:lvl9pPr lvl="8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2385300" y="2517049"/>
            <a:ext cx="4373400" cy="3738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chivo Narrow"/>
              <a:buNone/>
              <a:defRPr b="1" sz="2700">
                <a:solidFill>
                  <a:schemeClr val="lt1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25"/>
              <a:buNone/>
              <a:defRPr sz="1425"/>
            </a:lvl2pPr>
            <a:lvl3pPr lvl="2" algn="ctr">
              <a:spcBef>
                <a:spcPts val="0"/>
              </a:spcBef>
              <a:spcAft>
                <a:spcPts val="0"/>
              </a:spcAft>
              <a:buSzPts val="1425"/>
              <a:buNone/>
              <a:defRPr sz="1425"/>
            </a:lvl3pPr>
            <a:lvl4pPr lvl="3" algn="ctr">
              <a:spcBef>
                <a:spcPts val="0"/>
              </a:spcBef>
              <a:spcAft>
                <a:spcPts val="0"/>
              </a:spcAft>
              <a:buSzPts val="1425"/>
              <a:buNone/>
              <a:defRPr sz="1425"/>
            </a:lvl4pPr>
            <a:lvl5pPr lvl="4" algn="ctr">
              <a:spcBef>
                <a:spcPts val="0"/>
              </a:spcBef>
              <a:spcAft>
                <a:spcPts val="0"/>
              </a:spcAft>
              <a:buSzPts val="1425"/>
              <a:buNone/>
              <a:defRPr sz="1425"/>
            </a:lvl5pPr>
            <a:lvl6pPr lvl="5" algn="ctr">
              <a:spcBef>
                <a:spcPts val="0"/>
              </a:spcBef>
              <a:spcAft>
                <a:spcPts val="0"/>
              </a:spcAft>
              <a:buSzPts val="1425"/>
              <a:buNone/>
              <a:defRPr sz="1425"/>
            </a:lvl6pPr>
            <a:lvl7pPr lvl="6" algn="ctr">
              <a:spcBef>
                <a:spcPts val="0"/>
              </a:spcBef>
              <a:spcAft>
                <a:spcPts val="0"/>
              </a:spcAft>
              <a:buSzPts val="1425"/>
              <a:buNone/>
              <a:defRPr sz="1425"/>
            </a:lvl7pPr>
            <a:lvl8pPr lvl="7" algn="ctr">
              <a:spcBef>
                <a:spcPts val="0"/>
              </a:spcBef>
              <a:spcAft>
                <a:spcPts val="0"/>
              </a:spcAft>
              <a:buSzPts val="1425"/>
              <a:buNone/>
              <a:defRPr sz="1425"/>
            </a:lvl8pPr>
            <a:lvl9pPr lvl="8" algn="ctr">
              <a:spcBef>
                <a:spcPts val="0"/>
              </a:spcBef>
              <a:spcAft>
                <a:spcPts val="0"/>
              </a:spcAft>
              <a:buSzPts val="1425"/>
              <a:buNone/>
              <a:defRPr sz="1425"/>
            </a:lvl9pPr>
          </a:lstStyle>
          <a:p/>
        </p:txBody>
      </p:sp>
      <p:pic>
        <p:nvPicPr>
          <p:cNvPr descr="Portland State University Logo" id="25" name="Google Shape;25;p4" title="Portland State University Logo"/>
          <p:cNvPicPr preferRelativeResize="0"/>
          <p:nvPr/>
        </p:nvPicPr>
        <p:blipFill rotWithShape="1">
          <a:blip r:embed="rId2">
            <a:alphaModFix/>
          </a:blip>
          <a:srcRect b="18454" l="0" r="0" t="0"/>
          <a:stretch/>
        </p:blipFill>
        <p:spPr>
          <a:xfrm>
            <a:off x="3549863" y="4391376"/>
            <a:ext cx="2044285" cy="530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 - Forest green background">
  <p:cSld name="TITLE_1_1_1">
    <p:bg>
      <p:bgPr>
        <a:solidFill>
          <a:schemeClr val="accent2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267309" y="1714119"/>
            <a:ext cx="8609400" cy="7398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813"/>
              <a:buFont typeface="Archivo Narrow"/>
              <a:buNone/>
              <a:defRPr b="1" i="0" sz="5813"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2pPr>
            <a:lvl3pPr lvl="2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3pPr>
            <a:lvl4pPr lvl="3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4pPr>
            <a:lvl5pPr lvl="4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5pPr>
            <a:lvl6pPr lvl="5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6pPr>
            <a:lvl7pPr lvl="6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7pPr>
            <a:lvl8pPr lvl="7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8pPr>
            <a:lvl9pPr lvl="8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9pPr>
          </a:lstStyle>
          <a:p/>
        </p:txBody>
      </p:sp>
      <p:sp>
        <p:nvSpPr>
          <p:cNvPr id="28" name="Google Shape;28;p5"/>
          <p:cNvSpPr txBox="1"/>
          <p:nvPr>
            <p:ph idx="1" type="subTitle"/>
          </p:nvPr>
        </p:nvSpPr>
        <p:spPr>
          <a:xfrm>
            <a:off x="2385300" y="2517049"/>
            <a:ext cx="4373400" cy="3738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chivo Narrow"/>
              <a:buNone/>
              <a:defRPr b="1" sz="2700">
                <a:solidFill>
                  <a:schemeClr val="lt2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25"/>
              <a:buNone/>
              <a:defRPr sz="1425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25"/>
              <a:buNone/>
              <a:defRPr sz="1425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25"/>
              <a:buNone/>
              <a:defRPr sz="1425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25"/>
              <a:buNone/>
              <a:defRPr sz="1425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25"/>
              <a:buNone/>
              <a:defRPr sz="1425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25"/>
              <a:buNone/>
              <a:defRPr sz="1425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25"/>
              <a:buNone/>
              <a:defRPr sz="1425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25"/>
              <a:buNone/>
              <a:defRPr sz="1425">
                <a:solidFill>
                  <a:schemeClr val="lt2"/>
                </a:solidFill>
              </a:defRPr>
            </a:lvl9pPr>
          </a:lstStyle>
          <a:p/>
        </p:txBody>
      </p:sp>
      <p:pic>
        <p:nvPicPr>
          <p:cNvPr id="29" name="Google Shape;29;p5" title="PSU_logo_black_transparent.png"/>
          <p:cNvPicPr preferRelativeResize="0"/>
          <p:nvPr/>
        </p:nvPicPr>
        <p:blipFill rotWithShape="1">
          <a:blip r:embed="rId2">
            <a:alphaModFix/>
          </a:blip>
          <a:srcRect b="9231" l="0" r="0" t="9223"/>
          <a:stretch/>
        </p:blipFill>
        <p:spPr>
          <a:xfrm>
            <a:off x="3549863" y="4454094"/>
            <a:ext cx="2044285" cy="530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 Section Divider - white background">
  <p:cSld name="TITLE_1_1_1_1"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267300" y="1629869"/>
            <a:ext cx="8609400" cy="7398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Archivo Narrow"/>
              <a:buNone/>
              <a:defRPr i="0" sz="5800">
                <a:solidFill>
                  <a:schemeClr val="accent1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2pPr>
            <a:lvl3pPr lvl="2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3pPr>
            <a:lvl4pPr lvl="3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4pPr>
            <a:lvl5pPr lvl="4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5pPr>
            <a:lvl6pPr lvl="5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6pPr>
            <a:lvl7pPr lvl="6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7pPr>
            <a:lvl8pPr lvl="7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8pPr>
            <a:lvl9pPr lvl="8">
              <a:spcBef>
                <a:spcPts val="0"/>
              </a:spcBef>
              <a:spcAft>
                <a:spcPts val="0"/>
              </a:spcAft>
              <a:buSzPts val="5813"/>
              <a:buNone/>
              <a:defRPr sz="5813"/>
            </a:lvl9pPr>
          </a:lstStyle>
          <a:p/>
        </p:txBody>
      </p:sp>
      <p:sp>
        <p:nvSpPr>
          <p:cNvPr id="32" name="Google Shape;32;p6"/>
          <p:cNvSpPr txBox="1"/>
          <p:nvPr>
            <p:ph idx="1" type="subTitle"/>
          </p:nvPr>
        </p:nvSpPr>
        <p:spPr>
          <a:xfrm>
            <a:off x="824525" y="2478000"/>
            <a:ext cx="7494900" cy="8118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Archivo"/>
              <a:buNone/>
              <a:defRPr b="1" sz="2400">
                <a:solidFill>
                  <a:schemeClr val="accent4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25"/>
              <a:buNone/>
              <a:defRPr sz="1425">
                <a:solidFill>
                  <a:schemeClr val="accent4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25"/>
              <a:buNone/>
              <a:defRPr sz="1425">
                <a:solidFill>
                  <a:schemeClr val="accent4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25"/>
              <a:buNone/>
              <a:defRPr sz="1425">
                <a:solidFill>
                  <a:schemeClr val="accent4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25"/>
              <a:buNone/>
              <a:defRPr sz="1425">
                <a:solidFill>
                  <a:schemeClr val="accent4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25"/>
              <a:buNone/>
              <a:defRPr sz="1425">
                <a:solidFill>
                  <a:schemeClr val="accent4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25"/>
              <a:buNone/>
              <a:defRPr sz="1425">
                <a:solidFill>
                  <a:schemeClr val="accent4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25"/>
              <a:buNone/>
              <a:defRPr sz="1425">
                <a:solidFill>
                  <a:schemeClr val="accent4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25"/>
              <a:buNone/>
              <a:defRPr sz="1425">
                <a:solidFill>
                  <a:schemeClr val="accent4"/>
                </a:solidFill>
              </a:defRPr>
            </a:lvl9pPr>
          </a:lstStyle>
          <a:p/>
        </p:txBody>
      </p:sp>
      <p:pic>
        <p:nvPicPr>
          <p:cNvPr id="33" name="Google Shape;33;p6" title="PSU_logo_transparent.png"/>
          <p:cNvPicPr preferRelativeResize="0"/>
          <p:nvPr/>
        </p:nvPicPr>
        <p:blipFill rotWithShape="1">
          <a:blip r:embed="rId2">
            <a:alphaModFix/>
          </a:blip>
          <a:srcRect b="9231" l="9508" r="8806" t="9223"/>
          <a:stretch/>
        </p:blipFill>
        <p:spPr>
          <a:xfrm>
            <a:off x="3737109" y="4418625"/>
            <a:ext cx="1669780" cy="530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Copy Page on White ">
  <p:cSld name="TITLE_1_1_1_1_1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 title="Green footer bar with page number"/>
          <p:cNvSpPr/>
          <p:nvPr/>
        </p:nvSpPr>
        <p:spPr>
          <a:xfrm>
            <a:off x="0" y="4940950"/>
            <a:ext cx="9144000" cy="20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432675" y="665435"/>
            <a:ext cx="6529800" cy="787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chivo"/>
              <a:buNone/>
              <a:defRPr b="1" i="0" sz="3200">
                <a:solidFill>
                  <a:schemeClr val="accen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chivo"/>
              <a:buNone/>
              <a:defRPr b="1" i="1" sz="2700">
                <a:latin typeface="Archivo"/>
                <a:ea typeface="Archivo"/>
                <a:cs typeface="Archivo"/>
                <a:sym typeface="Archivo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chivo"/>
              <a:buNone/>
              <a:defRPr b="1" i="1" sz="2700">
                <a:latin typeface="Archivo"/>
                <a:ea typeface="Archivo"/>
                <a:cs typeface="Archivo"/>
                <a:sym typeface="Archivo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chivo"/>
              <a:buNone/>
              <a:defRPr b="1" i="1" sz="2700">
                <a:latin typeface="Archivo"/>
                <a:ea typeface="Archivo"/>
                <a:cs typeface="Archivo"/>
                <a:sym typeface="Archivo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chivo"/>
              <a:buNone/>
              <a:defRPr b="1" i="1" sz="2700">
                <a:latin typeface="Archivo"/>
                <a:ea typeface="Archivo"/>
                <a:cs typeface="Archivo"/>
                <a:sym typeface="Archivo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chivo"/>
              <a:buNone/>
              <a:defRPr b="1" i="1" sz="2700">
                <a:latin typeface="Archivo"/>
                <a:ea typeface="Archivo"/>
                <a:cs typeface="Archivo"/>
                <a:sym typeface="Archivo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chivo"/>
              <a:buNone/>
              <a:defRPr b="1" i="1" sz="2700">
                <a:latin typeface="Archivo"/>
                <a:ea typeface="Archivo"/>
                <a:cs typeface="Archivo"/>
                <a:sym typeface="Archivo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chivo"/>
              <a:buNone/>
              <a:defRPr b="1" i="1" sz="2700">
                <a:latin typeface="Archivo"/>
                <a:ea typeface="Archivo"/>
                <a:cs typeface="Archivo"/>
                <a:sym typeface="Archivo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chivo"/>
              <a:buNone/>
              <a:defRPr b="1" i="1" sz="27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37" name="Google Shape;37;p7"/>
          <p:cNvSpPr txBox="1"/>
          <p:nvPr>
            <p:ph idx="1" type="subTitle"/>
          </p:nvPr>
        </p:nvSpPr>
        <p:spPr>
          <a:xfrm>
            <a:off x="445101" y="1961480"/>
            <a:ext cx="5310600" cy="2889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chivo Narrow Medium"/>
              <a:buNone/>
              <a:defRPr sz="2800">
                <a:solidFill>
                  <a:schemeClr val="accen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None/>
              <a:defRPr sz="1425">
                <a:solidFill>
                  <a:schemeClr val="accen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None/>
              <a:defRPr sz="1425">
                <a:solidFill>
                  <a:schemeClr val="accen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None/>
              <a:defRPr sz="1425">
                <a:solidFill>
                  <a:schemeClr val="accen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None/>
              <a:defRPr sz="1425">
                <a:solidFill>
                  <a:schemeClr val="accen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None/>
              <a:defRPr sz="1425">
                <a:solidFill>
                  <a:schemeClr val="accen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None/>
              <a:defRPr sz="1425">
                <a:solidFill>
                  <a:schemeClr val="accen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None/>
              <a:defRPr sz="1425">
                <a:solidFill>
                  <a:schemeClr val="accen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None/>
              <a:defRPr sz="1425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2" type="body"/>
          </p:nvPr>
        </p:nvSpPr>
        <p:spPr>
          <a:xfrm>
            <a:off x="445100" y="2434641"/>
            <a:ext cx="5310600" cy="2082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indent="-3810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39" name="Google Shape;39;p7"/>
          <p:cNvSpPr txBox="1"/>
          <p:nvPr/>
        </p:nvSpPr>
        <p:spPr>
          <a:xfrm>
            <a:off x="8938260" y="4940950"/>
            <a:ext cx="205800" cy="20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"/>
              <a:buFont typeface="Arial"/>
              <a:buNone/>
            </a:pPr>
            <a:r>
              <a:t/>
            </a:r>
            <a:endParaRPr b="1" i="0" sz="75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926942" y="4940947"/>
            <a:ext cx="225900" cy="393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Bulleted list on PSU green with image">
  <p:cSld name="TITLE_1_1_1_1_1_2">
    <p:bg>
      <p:bgPr>
        <a:solidFill>
          <a:schemeClr val="accen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 title="Green footer bar with page number"/>
          <p:cNvSpPr/>
          <p:nvPr/>
        </p:nvSpPr>
        <p:spPr>
          <a:xfrm>
            <a:off x="0" y="4940950"/>
            <a:ext cx="9144000" cy="20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" name="Google Shape;43;p8"/>
          <p:cNvSpPr txBox="1"/>
          <p:nvPr>
            <p:ph type="title"/>
          </p:nvPr>
        </p:nvSpPr>
        <p:spPr>
          <a:xfrm>
            <a:off x="432675" y="709550"/>
            <a:ext cx="4638600" cy="787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chivo"/>
              <a:buNone/>
              <a:defRPr b="1" i="0" sz="32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chivo"/>
              <a:buNone/>
              <a:defRPr b="1" i="1" sz="27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chivo"/>
              <a:buNone/>
              <a:defRPr b="1" i="1" sz="27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chivo"/>
              <a:buNone/>
              <a:defRPr b="1" i="1" sz="27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chivo"/>
              <a:buNone/>
              <a:defRPr b="1" i="1" sz="27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chivo"/>
              <a:buNone/>
              <a:defRPr b="1" i="1" sz="27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chivo"/>
              <a:buNone/>
              <a:defRPr b="1" i="1" sz="27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chivo"/>
              <a:buNone/>
              <a:defRPr b="1" i="1" sz="27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chivo"/>
              <a:buNone/>
              <a:defRPr b="1" i="1" sz="27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" type="subTitle"/>
          </p:nvPr>
        </p:nvSpPr>
        <p:spPr>
          <a:xfrm>
            <a:off x="445101" y="1879057"/>
            <a:ext cx="5310600" cy="2889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chivo Narrow Medium"/>
              <a:buNone/>
              <a:defRPr sz="2800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25"/>
              <a:buNone/>
              <a:defRPr sz="1425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25"/>
              <a:buNone/>
              <a:defRPr sz="1425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25"/>
              <a:buNone/>
              <a:defRPr sz="1425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25"/>
              <a:buNone/>
              <a:defRPr sz="1425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25"/>
              <a:buNone/>
              <a:defRPr sz="1425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25"/>
              <a:buNone/>
              <a:defRPr sz="1425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25"/>
              <a:buNone/>
              <a:defRPr sz="1425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25"/>
              <a:buNone/>
              <a:defRPr sz="1425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8"/>
          <p:cNvSpPr txBox="1"/>
          <p:nvPr>
            <p:ph idx="2" type="body"/>
          </p:nvPr>
        </p:nvSpPr>
        <p:spPr>
          <a:xfrm>
            <a:off x="445100" y="2550250"/>
            <a:ext cx="4557000" cy="2082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indent="-3810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46" name="Google Shape;46;p8"/>
          <p:cNvSpPr txBox="1"/>
          <p:nvPr/>
        </p:nvSpPr>
        <p:spPr>
          <a:xfrm>
            <a:off x="8938260" y="4940950"/>
            <a:ext cx="205800" cy="20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"/>
              <a:buFont typeface="Arial"/>
              <a:buNone/>
            </a:pPr>
            <a:r>
              <a:t/>
            </a:r>
            <a:endParaRPr b="1" i="0" sz="75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926942" y="4938897"/>
            <a:ext cx="225900" cy="393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8"/>
          <p:cNvSpPr/>
          <p:nvPr>
            <p:ph idx="3" type="pic"/>
          </p:nvPr>
        </p:nvSpPr>
        <p:spPr>
          <a:xfrm>
            <a:off x="5263875" y="0"/>
            <a:ext cx="3880200" cy="4941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Bulleted list on forest green with wide image">
  <p:cSld name="TITLE_1_1_1_1_1_2_2">
    <p:bg>
      <p:bgPr>
        <a:solidFill>
          <a:schemeClr val="lt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32675" y="709550"/>
            <a:ext cx="3663900" cy="787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Archivo Narrow"/>
              <a:buNone/>
              <a:defRPr b="1" i="0" sz="3400">
                <a:solidFill>
                  <a:schemeClr val="accent2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chivo"/>
              <a:buNone/>
              <a:defRPr b="1" i="1" sz="27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chivo"/>
              <a:buNone/>
              <a:defRPr b="1" i="1" sz="27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chivo"/>
              <a:buNone/>
              <a:defRPr b="1" i="1" sz="27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chivo"/>
              <a:buNone/>
              <a:defRPr b="1" i="1" sz="27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chivo"/>
              <a:buNone/>
              <a:defRPr b="1" i="1" sz="27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chivo"/>
              <a:buNone/>
              <a:defRPr b="1" i="1" sz="27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chivo"/>
              <a:buNone/>
              <a:defRPr b="1" i="1" sz="27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chivo"/>
              <a:buNone/>
              <a:defRPr b="1" i="1" sz="27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442489" y="1903013"/>
            <a:ext cx="3599400" cy="2889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chivo Narrow Medium"/>
              <a:buNone/>
              <a:defRPr sz="2800">
                <a:solidFill>
                  <a:schemeClr val="accent2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25"/>
              <a:buNone/>
              <a:defRPr sz="1425">
                <a:solidFill>
                  <a:schemeClr val="accen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25"/>
              <a:buNone/>
              <a:defRPr sz="1425">
                <a:solidFill>
                  <a:schemeClr val="accen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25"/>
              <a:buNone/>
              <a:defRPr sz="1425">
                <a:solidFill>
                  <a:schemeClr val="accen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25"/>
              <a:buNone/>
              <a:defRPr sz="1425">
                <a:solidFill>
                  <a:schemeClr val="accen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25"/>
              <a:buNone/>
              <a:defRPr sz="1425">
                <a:solidFill>
                  <a:schemeClr val="accen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25"/>
              <a:buNone/>
              <a:defRPr sz="1425">
                <a:solidFill>
                  <a:schemeClr val="accen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25"/>
              <a:buNone/>
              <a:defRPr sz="1425">
                <a:solidFill>
                  <a:schemeClr val="accen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25"/>
              <a:buNone/>
              <a:defRPr sz="1425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442489" y="2842768"/>
            <a:ext cx="3599400" cy="2082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indent="-3810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descr="Background green visual graphic block" id="53" name="Google Shape;53;p9" title="Background green visual graphic block"/>
          <p:cNvSpPr/>
          <p:nvPr/>
        </p:nvSpPr>
        <p:spPr>
          <a:xfrm>
            <a:off x="4909325" y="0"/>
            <a:ext cx="42348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" name="Google Shape;54;p9"/>
          <p:cNvSpPr/>
          <p:nvPr>
            <p:ph idx="3" type="pic"/>
          </p:nvPr>
        </p:nvSpPr>
        <p:spPr>
          <a:xfrm>
            <a:off x="4390625" y="905800"/>
            <a:ext cx="4753500" cy="3331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9" title="Green footer bar with page number"/>
          <p:cNvSpPr/>
          <p:nvPr/>
        </p:nvSpPr>
        <p:spPr>
          <a:xfrm>
            <a:off x="0" y="4940950"/>
            <a:ext cx="9144000" cy="20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" name="Google Shape;56;p9"/>
          <p:cNvSpPr txBox="1"/>
          <p:nvPr/>
        </p:nvSpPr>
        <p:spPr>
          <a:xfrm>
            <a:off x="8938260" y="4940950"/>
            <a:ext cx="205800" cy="20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"/>
              <a:buFont typeface="Arial"/>
              <a:buNone/>
            </a:pPr>
            <a:r>
              <a:t/>
            </a:r>
            <a:endParaRPr b="1" i="0" sz="75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8926942" y="4938897"/>
            <a:ext cx="225900" cy="393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Bulleted list on white with image">
  <p:cSld name="TITLE_1_1_1_1_1_2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 title="Green footer bar with page number"/>
          <p:cNvSpPr/>
          <p:nvPr/>
        </p:nvSpPr>
        <p:spPr>
          <a:xfrm>
            <a:off x="0" y="4940950"/>
            <a:ext cx="9144000" cy="20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926950" y="4940951"/>
            <a:ext cx="225900" cy="465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10"/>
          <p:cNvSpPr txBox="1"/>
          <p:nvPr>
            <p:ph type="title"/>
          </p:nvPr>
        </p:nvSpPr>
        <p:spPr>
          <a:xfrm>
            <a:off x="432675" y="709550"/>
            <a:ext cx="4638600" cy="787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chivo"/>
              <a:buNone/>
              <a:defRPr b="1" i="0" sz="3200">
                <a:solidFill>
                  <a:schemeClr val="accen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chivo"/>
              <a:buNone/>
              <a:defRPr b="1" i="1" sz="27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chivo"/>
              <a:buNone/>
              <a:defRPr b="1" i="1" sz="27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chivo"/>
              <a:buNone/>
              <a:defRPr b="1" i="1" sz="27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chivo"/>
              <a:buNone/>
              <a:defRPr b="1" i="1" sz="27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chivo"/>
              <a:buNone/>
              <a:defRPr b="1" i="1" sz="27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chivo"/>
              <a:buNone/>
              <a:defRPr b="1" i="1" sz="27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chivo"/>
              <a:buNone/>
              <a:defRPr b="1" i="1" sz="27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chivo"/>
              <a:buNone/>
              <a:defRPr b="1" i="1" sz="27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" type="subTitle"/>
          </p:nvPr>
        </p:nvSpPr>
        <p:spPr>
          <a:xfrm>
            <a:off x="445101" y="1934925"/>
            <a:ext cx="5310600" cy="2889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chivo Narrow Medium"/>
              <a:buNone/>
              <a:defRPr sz="2800">
                <a:solidFill>
                  <a:schemeClr val="accen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25"/>
              <a:buNone/>
              <a:defRPr sz="1425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25"/>
              <a:buNone/>
              <a:defRPr sz="1425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25"/>
              <a:buNone/>
              <a:defRPr sz="1425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25"/>
              <a:buNone/>
              <a:defRPr sz="1425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25"/>
              <a:buNone/>
              <a:defRPr sz="1425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25"/>
              <a:buNone/>
              <a:defRPr sz="1425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25"/>
              <a:buNone/>
              <a:defRPr sz="1425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25"/>
              <a:buNone/>
              <a:defRPr sz="1425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2" type="body"/>
          </p:nvPr>
        </p:nvSpPr>
        <p:spPr>
          <a:xfrm>
            <a:off x="445100" y="2567218"/>
            <a:ext cx="4350900" cy="2082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indent="-3810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4" name="Google Shape;64;p10"/>
          <p:cNvSpPr/>
          <p:nvPr>
            <p:ph idx="3" type="pic"/>
          </p:nvPr>
        </p:nvSpPr>
        <p:spPr>
          <a:xfrm>
            <a:off x="5408300" y="0"/>
            <a:ext cx="3735600" cy="49410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0"/>
          <p:cNvSpPr txBox="1"/>
          <p:nvPr/>
        </p:nvSpPr>
        <p:spPr>
          <a:xfrm>
            <a:off x="8938260" y="4940950"/>
            <a:ext cx="205800" cy="20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"/>
              <a:buFont typeface="Arial"/>
              <a:buNone/>
            </a:pPr>
            <a:r>
              <a:t/>
            </a:r>
            <a:endParaRPr b="1" i="0" sz="75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Bulleted list on white">
  <p:cSld name="TITLE_1_1_1_1_1_2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 title="Green footer bar with page number"/>
          <p:cNvSpPr/>
          <p:nvPr/>
        </p:nvSpPr>
        <p:spPr>
          <a:xfrm>
            <a:off x="0" y="4940950"/>
            <a:ext cx="9144000" cy="20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" name="Google Shape;68;p11"/>
          <p:cNvSpPr txBox="1"/>
          <p:nvPr/>
        </p:nvSpPr>
        <p:spPr>
          <a:xfrm>
            <a:off x="8938260" y="4940950"/>
            <a:ext cx="205800" cy="20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"/>
              <a:buFont typeface="Arial"/>
              <a:buNone/>
            </a:pPr>
            <a:r>
              <a:t/>
            </a:r>
            <a:endParaRPr b="1" i="0" sz="75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1"/>
          <p:cNvSpPr txBox="1"/>
          <p:nvPr>
            <p:ph type="title"/>
          </p:nvPr>
        </p:nvSpPr>
        <p:spPr>
          <a:xfrm>
            <a:off x="432675" y="420210"/>
            <a:ext cx="6529800" cy="787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chivo"/>
              <a:buNone/>
              <a:defRPr b="1" i="0" sz="3200">
                <a:solidFill>
                  <a:schemeClr val="accen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chivo"/>
              <a:buNone/>
              <a:defRPr b="1" i="1" sz="2700">
                <a:latin typeface="Archivo"/>
                <a:ea typeface="Archivo"/>
                <a:cs typeface="Archivo"/>
                <a:sym typeface="Archivo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chivo"/>
              <a:buNone/>
              <a:defRPr b="1" i="1" sz="2700">
                <a:latin typeface="Archivo"/>
                <a:ea typeface="Archivo"/>
                <a:cs typeface="Archivo"/>
                <a:sym typeface="Archivo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chivo"/>
              <a:buNone/>
              <a:defRPr b="1" i="1" sz="2700">
                <a:latin typeface="Archivo"/>
                <a:ea typeface="Archivo"/>
                <a:cs typeface="Archivo"/>
                <a:sym typeface="Archivo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chivo"/>
              <a:buNone/>
              <a:defRPr b="1" i="1" sz="2700">
                <a:latin typeface="Archivo"/>
                <a:ea typeface="Archivo"/>
                <a:cs typeface="Archivo"/>
                <a:sym typeface="Archivo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chivo"/>
              <a:buNone/>
              <a:defRPr b="1" i="1" sz="2700">
                <a:latin typeface="Archivo"/>
                <a:ea typeface="Archivo"/>
                <a:cs typeface="Archivo"/>
                <a:sym typeface="Archivo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chivo"/>
              <a:buNone/>
              <a:defRPr b="1" i="1" sz="2700">
                <a:latin typeface="Archivo"/>
                <a:ea typeface="Archivo"/>
                <a:cs typeface="Archivo"/>
                <a:sym typeface="Archivo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chivo"/>
              <a:buNone/>
              <a:defRPr b="1" i="1" sz="2700">
                <a:latin typeface="Archivo"/>
                <a:ea typeface="Archivo"/>
                <a:cs typeface="Archivo"/>
                <a:sym typeface="Archivo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chivo"/>
              <a:buNone/>
              <a:defRPr b="1" i="1" sz="27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70" name="Google Shape;70;p11"/>
          <p:cNvSpPr txBox="1"/>
          <p:nvPr>
            <p:ph idx="1" type="subTitle"/>
          </p:nvPr>
        </p:nvSpPr>
        <p:spPr>
          <a:xfrm>
            <a:off x="445101" y="1268632"/>
            <a:ext cx="5310600" cy="2889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chivo Narrow Medium"/>
              <a:buNone/>
              <a:defRPr sz="2800">
                <a:solidFill>
                  <a:schemeClr val="accen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None/>
              <a:defRPr sz="1425">
                <a:solidFill>
                  <a:schemeClr val="accen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None/>
              <a:defRPr sz="1425">
                <a:solidFill>
                  <a:schemeClr val="accen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None/>
              <a:defRPr sz="1425">
                <a:solidFill>
                  <a:schemeClr val="accen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None/>
              <a:defRPr sz="1425">
                <a:solidFill>
                  <a:schemeClr val="accen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None/>
              <a:defRPr sz="1425">
                <a:solidFill>
                  <a:schemeClr val="accen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None/>
              <a:defRPr sz="1425">
                <a:solidFill>
                  <a:schemeClr val="accen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None/>
              <a:defRPr sz="1425">
                <a:solidFill>
                  <a:schemeClr val="accen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None/>
              <a:defRPr sz="1425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2" type="body"/>
          </p:nvPr>
        </p:nvSpPr>
        <p:spPr>
          <a:xfrm>
            <a:off x="445100" y="2032875"/>
            <a:ext cx="6294000" cy="2082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indent="-3810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2" type="sldNum"/>
          </p:nvPr>
        </p:nvSpPr>
        <p:spPr>
          <a:xfrm>
            <a:off x="8926942" y="4938897"/>
            <a:ext cx="225900" cy="393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copy page on forest green">
  <p:cSld name="TITLE_1_1_1_1_1_1">
    <p:bg>
      <p:bgPr>
        <a:solidFill>
          <a:schemeClr val="lt2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 title="Green footer bar with page number"/>
          <p:cNvSpPr/>
          <p:nvPr/>
        </p:nvSpPr>
        <p:spPr>
          <a:xfrm>
            <a:off x="0" y="4940950"/>
            <a:ext cx="9144000" cy="20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" name="Google Shape;75;p12"/>
          <p:cNvSpPr txBox="1"/>
          <p:nvPr/>
        </p:nvSpPr>
        <p:spPr>
          <a:xfrm>
            <a:off x="8938260" y="4940950"/>
            <a:ext cx="205800" cy="20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"/>
              <a:buFont typeface="Arial"/>
              <a:buNone/>
            </a:pPr>
            <a:r>
              <a:t/>
            </a:r>
            <a:endParaRPr b="1" i="0" sz="75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2"/>
          <p:cNvSpPr txBox="1"/>
          <p:nvPr>
            <p:ph type="title"/>
          </p:nvPr>
        </p:nvSpPr>
        <p:spPr>
          <a:xfrm>
            <a:off x="432675" y="709560"/>
            <a:ext cx="6529800" cy="787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chivo"/>
              <a:buNone/>
              <a:defRPr b="1" i="0" sz="32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chivo"/>
              <a:buNone/>
              <a:defRPr b="1" i="1" sz="27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chivo"/>
              <a:buNone/>
              <a:defRPr b="1" i="1" sz="27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chivo"/>
              <a:buNone/>
              <a:defRPr b="1" i="1" sz="27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chivo"/>
              <a:buNone/>
              <a:defRPr b="1" i="1" sz="27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chivo"/>
              <a:buNone/>
              <a:defRPr b="1" i="1" sz="27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chivo"/>
              <a:buNone/>
              <a:defRPr b="1" i="1" sz="27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chivo"/>
              <a:buNone/>
              <a:defRPr b="1" i="1" sz="27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chivo"/>
              <a:buNone/>
              <a:defRPr b="1" i="1" sz="27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77" name="Google Shape;77;p12"/>
          <p:cNvSpPr txBox="1"/>
          <p:nvPr>
            <p:ph idx="1" type="subTitle"/>
          </p:nvPr>
        </p:nvSpPr>
        <p:spPr>
          <a:xfrm>
            <a:off x="445101" y="1847357"/>
            <a:ext cx="5310600" cy="2889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chivo Narrow Medium"/>
              <a:buNone/>
              <a:defRPr sz="2800">
                <a:solidFill>
                  <a:schemeClr val="accent2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25"/>
              <a:buNone/>
              <a:defRPr sz="1425">
                <a:solidFill>
                  <a:schemeClr val="accen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25"/>
              <a:buNone/>
              <a:defRPr sz="1425">
                <a:solidFill>
                  <a:schemeClr val="accen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25"/>
              <a:buNone/>
              <a:defRPr sz="1425">
                <a:solidFill>
                  <a:schemeClr val="accen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25"/>
              <a:buNone/>
              <a:defRPr sz="1425">
                <a:solidFill>
                  <a:schemeClr val="accen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25"/>
              <a:buNone/>
              <a:defRPr sz="1425">
                <a:solidFill>
                  <a:schemeClr val="accen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25"/>
              <a:buNone/>
              <a:defRPr sz="1425">
                <a:solidFill>
                  <a:schemeClr val="accen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25"/>
              <a:buNone/>
              <a:defRPr sz="1425">
                <a:solidFill>
                  <a:schemeClr val="accen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25"/>
              <a:buNone/>
              <a:defRPr sz="1425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2" type="body"/>
          </p:nvPr>
        </p:nvSpPr>
        <p:spPr>
          <a:xfrm>
            <a:off x="445100" y="2517213"/>
            <a:ext cx="5310600" cy="2082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indent="-3810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926942" y="4938897"/>
            <a:ext cx="225900" cy="393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Copy Page on Forest and PSU Green">
  <p:cSld name="TITLE_1_1_1_1_1_1_2">
    <p:bg>
      <p:bgPr>
        <a:solidFill>
          <a:schemeClr val="lt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 title="Green footer bar with page number"/>
          <p:cNvSpPr/>
          <p:nvPr/>
        </p:nvSpPr>
        <p:spPr>
          <a:xfrm>
            <a:off x="4572000" y="330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p13"/>
          <p:cNvSpPr txBox="1"/>
          <p:nvPr>
            <p:ph type="title"/>
          </p:nvPr>
        </p:nvSpPr>
        <p:spPr>
          <a:xfrm>
            <a:off x="432675" y="709550"/>
            <a:ext cx="3638400" cy="787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chivo Narrow"/>
              <a:buNone/>
              <a:defRPr b="1" i="0" sz="3200">
                <a:solidFill>
                  <a:schemeClr val="accent2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chivo"/>
              <a:buNone/>
              <a:defRPr b="1" i="1" sz="27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chivo"/>
              <a:buNone/>
              <a:defRPr b="1" i="1" sz="27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chivo"/>
              <a:buNone/>
              <a:defRPr b="1" i="1" sz="27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chivo"/>
              <a:buNone/>
              <a:defRPr b="1" i="1" sz="27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chivo"/>
              <a:buNone/>
              <a:defRPr b="1" i="1" sz="27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chivo"/>
              <a:buNone/>
              <a:defRPr b="1" i="1" sz="27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chivo"/>
              <a:buNone/>
              <a:defRPr b="1" i="1" sz="27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chivo"/>
              <a:buNone/>
              <a:defRPr b="1" i="1" sz="27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" type="subTitle"/>
          </p:nvPr>
        </p:nvSpPr>
        <p:spPr>
          <a:xfrm>
            <a:off x="439375" y="2222003"/>
            <a:ext cx="3638400" cy="288900"/>
          </a:xfrm>
          <a:prstGeom prst="rect">
            <a:avLst/>
          </a:prstGeom>
        </p:spPr>
        <p:txBody>
          <a:bodyPr anchorCtr="0" anchor="b" bIns="34275" lIns="34275" spcFirstLastPara="1" rIns="34275" wrap="square" tIns="3427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Archivo Narrow Medium"/>
              <a:buNone/>
              <a:defRPr sz="2600">
                <a:solidFill>
                  <a:schemeClr val="accent2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Archivo Narrow Medium"/>
              <a:buNone/>
              <a:defRPr sz="2600">
                <a:solidFill>
                  <a:schemeClr val="accent2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Archivo Narrow Medium"/>
              <a:buNone/>
              <a:defRPr sz="2600">
                <a:solidFill>
                  <a:schemeClr val="accent2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Archivo Narrow Medium"/>
              <a:buNone/>
              <a:defRPr sz="2600">
                <a:solidFill>
                  <a:schemeClr val="accent2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Archivo Narrow Medium"/>
              <a:buNone/>
              <a:defRPr sz="2600">
                <a:solidFill>
                  <a:schemeClr val="accent2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Archivo Narrow Medium"/>
              <a:buNone/>
              <a:defRPr sz="2600">
                <a:solidFill>
                  <a:schemeClr val="accent2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Archivo Narrow Medium"/>
              <a:buNone/>
              <a:defRPr sz="2600">
                <a:solidFill>
                  <a:schemeClr val="accent2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Archivo Narrow Medium"/>
              <a:buNone/>
              <a:defRPr sz="2600">
                <a:solidFill>
                  <a:schemeClr val="accent2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Archivo Narrow Medium"/>
              <a:buNone/>
              <a:defRPr sz="2600">
                <a:solidFill>
                  <a:schemeClr val="accent2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2" type="body"/>
          </p:nvPr>
        </p:nvSpPr>
        <p:spPr>
          <a:xfrm>
            <a:off x="439375" y="2631262"/>
            <a:ext cx="3638400" cy="2247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indent="-3810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1pPr>
            <a:lvl2pPr indent="-381000" lvl="1" marL="9144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2pPr>
            <a:lvl3pPr indent="-381000" lvl="2" marL="13716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3pPr>
            <a:lvl4pPr indent="-381000" lvl="3" marL="18288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4pPr>
            <a:lvl5pPr indent="-381000" lvl="4" marL="22860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5pPr>
            <a:lvl6pPr indent="-381000" lvl="5" marL="27432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6pPr>
            <a:lvl7pPr indent="-381000" lvl="6" marL="32004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7pPr>
            <a:lvl8pPr indent="-381000" lvl="7" marL="36576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8pPr>
            <a:lvl9pPr indent="-381000" lvl="8" marL="41148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3" type="title"/>
          </p:nvPr>
        </p:nvSpPr>
        <p:spPr>
          <a:xfrm>
            <a:off x="5097900" y="709550"/>
            <a:ext cx="3638400" cy="787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chivo Narrow"/>
              <a:buNone/>
              <a:defRPr b="1" i="0" sz="3200">
                <a:solidFill>
                  <a:schemeClr val="lt1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chivo Narrow"/>
              <a:buNone/>
              <a:defRPr b="1" i="1" sz="2700">
                <a:solidFill>
                  <a:schemeClr val="lt1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chivo Narrow"/>
              <a:buNone/>
              <a:defRPr b="1" i="1" sz="2700">
                <a:solidFill>
                  <a:schemeClr val="lt1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chivo Narrow"/>
              <a:buNone/>
              <a:defRPr b="1" i="1" sz="2700">
                <a:solidFill>
                  <a:schemeClr val="lt1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chivo Narrow"/>
              <a:buNone/>
              <a:defRPr b="1" i="1" sz="2700">
                <a:solidFill>
                  <a:schemeClr val="lt1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chivo Narrow"/>
              <a:buNone/>
              <a:defRPr b="1" i="1" sz="2700">
                <a:solidFill>
                  <a:schemeClr val="lt1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chivo Narrow"/>
              <a:buNone/>
              <a:defRPr b="1" i="1" sz="2700">
                <a:solidFill>
                  <a:schemeClr val="lt1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chivo Narrow"/>
              <a:buNone/>
              <a:defRPr b="1" i="1" sz="2700">
                <a:solidFill>
                  <a:schemeClr val="lt1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chivo Narrow"/>
              <a:buNone/>
              <a:defRPr b="1" i="1" sz="2700">
                <a:solidFill>
                  <a:schemeClr val="lt1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4" type="subTitle"/>
          </p:nvPr>
        </p:nvSpPr>
        <p:spPr>
          <a:xfrm>
            <a:off x="5104600" y="2222003"/>
            <a:ext cx="3638400" cy="288900"/>
          </a:xfrm>
          <a:prstGeom prst="rect">
            <a:avLst/>
          </a:prstGeom>
        </p:spPr>
        <p:txBody>
          <a:bodyPr anchorCtr="0" anchor="b" bIns="34275" lIns="34275" spcFirstLastPara="1" rIns="34275" wrap="square" tIns="3427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chivo Narrow Medium"/>
              <a:buNone/>
              <a:defRPr sz="2600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5" type="body"/>
          </p:nvPr>
        </p:nvSpPr>
        <p:spPr>
          <a:xfrm>
            <a:off x="5104600" y="2631262"/>
            <a:ext cx="3638400" cy="2247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indent="-381000" lvl="0" marL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1pPr>
            <a:lvl2pPr indent="-381000" lvl="1" marL="914400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2pPr>
            <a:lvl3pPr indent="-381000" lvl="2" marL="1371600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3pPr>
            <a:lvl4pPr indent="-381000" lvl="3" marL="1828800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4pPr>
            <a:lvl5pPr indent="-381000" lvl="4" marL="2286000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5pPr>
            <a:lvl6pPr indent="-381000" lvl="5" marL="2743200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6pPr>
            <a:lvl7pPr indent="-381000" lvl="6" marL="3200400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7pPr>
            <a:lvl8pPr indent="-381000" lvl="7" marL="3657600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8pPr>
            <a:lvl9pPr indent="-381000" lvl="8" marL="4114800" rtl="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8926942" y="4938897"/>
            <a:ext cx="225900" cy="393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938260" y="4940950"/>
            <a:ext cx="205800" cy="20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"/>
              <a:buFont typeface="Arial"/>
              <a:buNone/>
            </a:pPr>
            <a:r>
              <a:t/>
            </a:r>
            <a:endParaRPr b="1" i="0" sz="75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impact/highlight page PSU and electric green backgrounds">
  <p:cSld name="TITLE_1_1_1_1_1_1_2_1">
    <p:bg>
      <p:bgPr>
        <a:solidFill>
          <a:schemeClr val="accen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 title="Green footer bar with page number"/>
          <p:cNvSpPr/>
          <p:nvPr/>
        </p:nvSpPr>
        <p:spPr>
          <a:xfrm>
            <a:off x="4563595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8938260" y="4940950"/>
            <a:ext cx="205800" cy="20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"/>
              <a:buFont typeface="Arial"/>
              <a:buNone/>
            </a:pPr>
            <a:r>
              <a:t/>
            </a:r>
            <a:endParaRPr b="1" i="0" sz="7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" name="Google Shape;93;p14"/>
          <p:cNvGrpSpPr/>
          <p:nvPr/>
        </p:nvGrpSpPr>
        <p:grpSpPr>
          <a:xfrm>
            <a:off x="1846978" y="705499"/>
            <a:ext cx="652388" cy="652387"/>
            <a:chOff x="17395903" y="1728930"/>
            <a:chExt cx="1739700" cy="1739700"/>
          </a:xfrm>
        </p:grpSpPr>
        <p:sp>
          <p:nvSpPr>
            <p:cNvPr descr="Decorative circle image around a number to add visual hierarchy " id="94" name="Google Shape;94;p14" title="Decorative circle image around a number to add visual hierarchy "/>
            <p:cNvSpPr/>
            <p:nvPr/>
          </p:nvSpPr>
          <p:spPr>
            <a:xfrm>
              <a:off x="17395903" y="1728930"/>
              <a:ext cx="1739700" cy="1739700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cap="flat" cmpd="sng" w="19050">
              <a:solidFill>
                <a:schemeClr val="accent2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5" name="Google Shape;95;p14"/>
            <p:cNvSpPr txBox="1"/>
            <p:nvPr/>
          </p:nvSpPr>
          <p:spPr>
            <a:xfrm>
              <a:off x="17395903" y="2291006"/>
              <a:ext cx="1739700" cy="59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894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2850"/>
                <a:buFont typeface="Arial"/>
                <a:buNone/>
              </a:pPr>
              <a:r>
                <a:rPr lang="en-US" sz="2850">
                  <a:solidFill>
                    <a:schemeClr val="lt1"/>
                  </a:solidFill>
                  <a:latin typeface="Oswald"/>
                  <a:ea typeface="Oswald"/>
                  <a:cs typeface="Oswald"/>
                  <a:sym typeface="Oswald"/>
                </a:rPr>
                <a:t>1</a:t>
              </a:r>
              <a:endParaRPr sz="525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sp>
        <p:nvSpPr>
          <p:cNvPr id="96" name="Google Shape;96;p14"/>
          <p:cNvSpPr txBox="1"/>
          <p:nvPr>
            <p:ph type="title"/>
          </p:nvPr>
        </p:nvSpPr>
        <p:spPr>
          <a:xfrm>
            <a:off x="429722" y="1782684"/>
            <a:ext cx="3486900" cy="744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i="0" sz="4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" name="Google Shape;97;p14"/>
          <p:cNvSpPr txBox="1"/>
          <p:nvPr>
            <p:ph idx="1" type="subTitle"/>
          </p:nvPr>
        </p:nvSpPr>
        <p:spPr>
          <a:xfrm>
            <a:off x="239522" y="2527208"/>
            <a:ext cx="3867300" cy="689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SemiBold"/>
              <a:buNone/>
              <a:defRPr sz="3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SemiBold"/>
              <a:buNone/>
              <a:defRPr sz="3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SemiBold"/>
              <a:buNone/>
              <a:defRPr sz="3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SemiBold"/>
              <a:buNone/>
              <a:defRPr sz="3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SemiBold"/>
              <a:buNone/>
              <a:defRPr sz="3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SemiBold"/>
              <a:buNone/>
              <a:defRPr sz="3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SemiBold"/>
              <a:buNone/>
              <a:defRPr sz="3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SemiBold"/>
              <a:buNone/>
              <a:defRPr sz="3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SemiBold"/>
              <a:buNone/>
              <a:defRPr sz="3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98" name="Google Shape;98;p14"/>
          <p:cNvSpPr txBox="1"/>
          <p:nvPr>
            <p:ph idx="2" type="body"/>
          </p:nvPr>
        </p:nvSpPr>
        <p:spPr>
          <a:xfrm>
            <a:off x="343472" y="3722650"/>
            <a:ext cx="3659400" cy="10434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indent="-3810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 Medium"/>
              <a:buChar char="•"/>
              <a:defRPr sz="24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indent="-381000" lvl="1" marL="9144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 Medium"/>
              <a:buChar char="•"/>
              <a:defRPr sz="24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2pPr>
            <a:lvl3pPr indent="-381000" lvl="2" marL="1371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 Medium"/>
              <a:buChar char="•"/>
              <a:defRPr sz="24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indent="-381000" lvl="3" marL="18288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 Medium"/>
              <a:buChar char="•"/>
              <a:defRPr sz="24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4pPr>
            <a:lvl5pPr indent="-381000" lvl="4" marL="22860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 Medium"/>
              <a:buChar char="•"/>
              <a:defRPr sz="24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5pPr>
            <a:lvl6pPr indent="-381000" lvl="5" marL="2743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 Medium"/>
              <a:buChar char="•"/>
              <a:defRPr sz="24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indent="-381000" lvl="6" marL="32004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 Medium"/>
              <a:buChar char="•"/>
              <a:defRPr sz="24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7pPr>
            <a:lvl8pPr indent="-381000" lvl="7" marL="3657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 Medium"/>
              <a:buChar char="•"/>
              <a:defRPr sz="24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8pPr>
            <a:lvl9pPr indent="-381000" lvl="8" marL="4114800" algn="ctr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400"/>
              <a:buFont typeface="Archivo Medium"/>
              <a:buChar char="•"/>
              <a:defRPr sz="24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9pPr>
          </a:lstStyle>
          <a:p/>
        </p:txBody>
      </p:sp>
      <p:grpSp>
        <p:nvGrpSpPr>
          <p:cNvPr id="99" name="Google Shape;99;p14"/>
          <p:cNvGrpSpPr/>
          <p:nvPr/>
        </p:nvGrpSpPr>
        <p:grpSpPr>
          <a:xfrm>
            <a:off x="6531919" y="648349"/>
            <a:ext cx="652387" cy="652387"/>
            <a:chOff x="17395903" y="1728930"/>
            <a:chExt cx="1739700" cy="1739700"/>
          </a:xfrm>
        </p:grpSpPr>
        <p:sp>
          <p:nvSpPr>
            <p:cNvPr descr="Decorative circle image around a number to add visual hierarchy " id="100" name="Google Shape;100;p14" title="Decorative circle image around a number to add visual hierarchy "/>
            <p:cNvSpPr/>
            <p:nvPr/>
          </p:nvSpPr>
          <p:spPr>
            <a:xfrm>
              <a:off x="17395903" y="1728930"/>
              <a:ext cx="1739700" cy="1739700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cap="flat" cmpd="sng" w="19050">
              <a:solidFill>
                <a:schemeClr val="lt1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1" name="Google Shape;101;p14"/>
            <p:cNvSpPr txBox="1"/>
            <p:nvPr/>
          </p:nvSpPr>
          <p:spPr>
            <a:xfrm>
              <a:off x="17395903" y="2291006"/>
              <a:ext cx="1739700" cy="59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894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2850"/>
                <a:buFont typeface="Arial"/>
                <a:buNone/>
              </a:pPr>
              <a:r>
                <a:rPr i="0" lang="en-US" sz="2850" u="none" cap="none" strike="noStrike">
                  <a:solidFill>
                    <a:schemeClr val="accent3"/>
                  </a:solidFill>
                  <a:latin typeface="Oswald"/>
                  <a:ea typeface="Oswald"/>
                  <a:cs typeface="Oswald"/>
                  <a:sym typeface="Oswald"/>
                </a:rPr>
                <a:t>2</a:t>
              </a:r>
              <a:endParaRPr sz="525"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sp>
        <p:nvSpPr>
          <p:cNvPr id="102" name="Google Shape;102;p14"/>
          <p:cNvSpPr txBox="1"/>
          <p:nvPr>
            <p:ph idx="3" type="title"/>
          </p:nvPr>
        </p:nvSpPr>
        <p:spPr>
          <a:xfrm>
            <a:off x="5114663" y="1782684"/>
            <a:ext cx="3486900" cy="744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i="0"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03" name="Google Shape;103;p14"/>
          <p:cNvSpPr txBox="1"/>
          <p:nvPr>
            <p:ph idx="4" type="subTitle"/>
          </p:nvPr>
        </p:nvSpPr>
        <p:spPr>
          <a:xfrm>
            <a:off x="4924463" y="2527208"/>
            <a:ext cx="3867300" cy="689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chivo SemiBold"/>
              <a:buNone/>
              <a:defRPr sz="3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chivo SemiBold"/>
              <a:buNone/>
              <a:defRPr sz="3000"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chivo SemiBold"/>
              <a:buNone/>
              <a:defRPr sz="3000"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chivo SemiBold"/>
              <a:buNone/>
              <a:defRPr sz="3000"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chivo SemiBold"/>
              <a:buNone/>
              <a:defRPr sz="3000"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chivo SemiBold"/>
              <a:buNone/>
              <a:defRPr sz="3000"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chivo SemiBold"/>
              <a:buNone/>
              <a:defRPr sz="3000"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chivo SemiBold"/>
              <a:buNone/>
              <a:defRPr sz="3000"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chivo SemiBold"/>
              <a:buNone/>
              <a:defRPr sz="3000"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104" name="Google Shape;104;p14"/>
          <p:cNvSpPr txBox="1"/>
          <p:nvPr>
            <p:ph idx="5" type="body"/>
          </p:nvPr>
        </p:nvSpPr>
        <p:spPr>
          <a:xfrm>
            <a:off x="5028413" y="3722650"/>
            <a:ext cx="3659400" cy="10434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indent="-3810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 Medium"/>
              <a:buChar char="•"/>
              <a:defRPr sz="2400"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indent="-381000" lvl="1" marL="9144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chivo Medium"/>
              <a:buChar char="•"/>
              <a:defRPr sz="2400">
                <a:latin typeface="Archivo Medium"/>
                <a:ea typeface="Archivo Medium"/>
                <a:cs typeface="Archivo Medium"/>
                <a:sym typeface="Archivo Medium"/>
              </a:defRPr>
            </a:lvl2pPr>
            <a:lvl3pPr indent="-381000" lvl="2" marL="1371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chivo Medium"/>
              <a:buChar char="•"/>
              <a:defRPr sz="2400"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indent="-381000" lvl="3" marL="18288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chivo Medium"/>
              <a:buChar char="•"/>
              <a:defRPr sz="2400">
                <a:latin typeface="Archivo Medium"/>
                <a:ea typeface="Archivo Medium"/>
                <a:cs typeface="Archivo Medium"/>
                <a:sym typeface="Archivo Medium"/>
              </a:defRPr>
            </a:lvl4pPr>
            <a:lvl5pPr indent="-381000" lvl="4" marL="22860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chivo Medium"/>
              <a:buChar char="•"/>
              <a:defRPr sz="2400">
                <a:latin typeface="Archivo Medium"/>
                <a:ea typeface="Archivo Medium"/>
                <a:cs typeface="Archivo Medium"/>
                <a:sym typeface="Archivo Medium"/>
              </a:defRPr>
            </a:lvl5pPr>
            <a:lvl6pPr indent="-381000" lvl="5" marL="2743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chivo Medium"/>
              <a:buChar char="•"/>
              <a:defRPr sz="2400"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indent="-381000" lvl="6" marL="32004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chivo Medium"/>
              <a:buChar char="•"/>
              <a:defRPr sz="2400">
                <a:latin typeface="Archivo Medium"/>
                <a:ea typeface="Archivo Medium"/>
                <a:cs typeface="Archivo Medium"/>
                <a:sym typeface="Archivo Medium"/>
              </a:defRPr>
            </a:lvl7pPr>
            <a:lvl8pPr indent="-381000" lvl="7" marL="3657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chivo Medium"/>
              <a:buChar char="•"/>
              <a:defRPr sz="2400">
                <a:latin typeface="Archivo Medium"/>
                <a:ea typeface="Archivo Medium"/>
                <a:cs typeface="Archivo Medium"/>
                <a:sym typeface="Archivo Medium"/>
              </a:defRPr>
            </a:lvl8pPr>
            <a:lvl9pPr indent="-381000" lvl="8" marL="4114800" algn="ctr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2400"/>
              <a:buFont typeface="Archivo Medium"/>
              <a:buChar char="•"/>
              <a:defRPr sz="2400">
                <a:latin typeface="Archivo Medium"/>
                <a:ea typeface="Archivo Medium"/>
                <a:cs typeface="Archivo Medium"/>
                <a:sym typeface="Archivo Medium"/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12" type="sldNum"/>
          </p:nvPr>
        </p:nvSpPr>
        <p:spPr>
          <a:xfrm>
            <a:off x="8926942" y="4938897"/>
            <a:ext cx="225900" cy="393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buNone/>
              <a:defRPr sz="863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buNone/>
              <a:defRPr sz="863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buNone/>
              <a:defRPr sz="863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buNone/>
              <a:defRPr sz="863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buNone/>
              <a:defRPr sz="863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buNone/>
              <a:defRPr sz="863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buNone/>
              <a:defRPr sz="863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buNone/>
              <a:defRPr sz="863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buNone/>
              <a:defRPr sz="863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impact/highlight page on PSU Green with Image">
  <p:cSld name="TITLE_1_1_1_1_1_1_2_1_1">
    <p:bg>
      <p:bgPr>
        <a:solidFill>
          <a:schemeClr val="accen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 title="Green footer bar with page number"/>
          <p:cNvSpPr/>
          <p:nvPr/>
        </p:nvSpPr>
        <p:spPr>
          <a:xfrm>
            <a:off x="0" y="4940950"/>
            <a:ext cx="9144000" cy="20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8938260" y="4940950"/>
            <a:ext cx="205800" cy="20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"/>
              <a:buFont typeface="Arial"/>
              <a:buNone/>
            </a:pPr>
            <a:r>
              <a:t/>
            </a:r>
            <a:endParaRPr b="1" i="0" sz="75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" name="Google Shape;109;p15"/>
          <p:cNvGrpSpPr/>
          <p:nvPr/>
        </p:nvGrpSpPr>
        <p:grpSpPr>
          <a:xfrm>
            <a:off x="1846923" y="705499"/>
            <a:ext cx="652388" cy="652387"/>
            <a:chOff x="17395903" y="1728930"/>
            <a:chExt cx="1739700" cy="1739700"/>
          </a:xfrm>
        </p:grpSpPr>
        <p:sp>
          <p:nvSpPr>
            <p:cNvPr descr="Decorative circle image around a number to add visual hierarchy " id="110" name="Google Shape;110;p15" title="Decorative circle image around a number to add visual hierarchy "/>
            <p:cNvSpPr/>
            <p:nvPr/>
          </p:nvSpPr>
          <p:spPr>
            <a:xfrm>
              <a:off x="17395903" y="1728930"/>
              <a:ext cx="1739700" cy="1739700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cap="flat" cmpd="sng" w="19050">
              <a:solidFill>
                <a:schemeClr val="accent2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1" name="Google Shape;111;p15"/>
            <p:cNvSpPr txBox="1"/>
            <p:nvPr/>
          </p:nvSpPr>
          <p:spPr>
            <a:xfrm>
              <a:off x="17395903" y="2291006"/>
              <a:ext cx="1739700" cy="59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894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2850"/>
                <a:buFont typeface="Arial"/>
                <a:buNone/>
              </a:pPr>
              <a:r>
                <a:rPr lang="en-US" sz="2850">
                  <a:solidFill>
                    <a:schemeClr val="lt1"/>
                  </a:solidFill>
                  <a:latin typeface="Oswald"/>
                  <a:ea typeface="Oswald"/>
                  <a:cs typeface="Oswald"/>
                  <a:sym typeface="Oswald"/>
                </a:rPr>
                <a:t>1</a:t>
              </a:r>
              <a:endParaRPr sz="525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sp>
        <p:nvSpPr>
          <p:cNvPr id="112" name="Google Shape;112;p15"/>
          <p:cNvSpPr txBox="1"/>
          <p:nvPr>
            <p:ph type="title"/>
          </p:nvPr>
        </p:nvSpPr>
        <p:spPr>
          <a:xfrm>
            <a:off x="429703" y="1782684"/>
            <a:ext cx="3486900" cy="744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i="0"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1" type="subTitle"/>
          </p:nvPr>
        </p:nvSpPr>
        <p:spPr>
          <a:xfrm>
            <a:off x="239522" y="2527208"/>
            <a:ext cx="3867300" cy="689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 Black"/>
              <a:buNone/>
              <a:defRPr b="1" sz="24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938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938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938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938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938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938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938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938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2" type="body"/>
          </p:nvPr>
        </p:nvSpPr>
        <p:spPr>
          <a:xfrm>
            <a:off x="875653" y="3722653"/>
            <a:ext cx="2595000" cy="652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indent="-314325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Char char="•"/>
              <a:defRPr b="1" sz="1350">
                <a:solidFill>
                  <a:schemeClr val="lt1"/>
                </a:solidFill>
              </a:defRPr>
            </a:lvl1pPr>
            <a:lvl2pPr indent="-314325" lvl="1" marL="9144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Char char="•"/>
              <a:defRPr b="1" sz="1350">
                <a:solidFill>
                  <a:schemeClr val="lt1"/>
                </a:solidFill>
              </a:defRPr>
            </a:lvl2pPr>
            <a:lvl3pPr indent="-314325" lvl="2" marL="1371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Char char="•"/>
              <a:defRPr b="1" sz="1350">
                <a:solidFill>
                  <a:schemeClr val="lt1"/>
                </a:solidFill>
              </a:defRPr>
            </a:lvl3pPr>
            <a:lvl4pPr indent="-314325" lvl="3" marL="18288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Char char="•"/>
              <a:defRPr b="1" sz="1350">
                <a:solidFill>
                  <a:schemeClr val="lt1"/>
                </a:solidFill>
              </a:defRPr>
            </a:lvl4pPr>
            <a:lvl5pPr indent="-314325" lvl="4" marL="22860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Char char="•"/>
              <a:defRPr b="1" sz="1350">
                <a:solidFill>
                  <a:schemeClr val="lt1"/>
                </a:solidFill>
              </a:defRPr>
            </a:lvl5pPr>
            <a:lvl6pPr indent="-314325" lvl="5" marL="2743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Char char="•"/>
              <a:defRPr b="1" sz="1350">
                <a:solidFill>
                  <a:schemeClr val="lt1"/>
                </a:solidFill>
              </a:defRPr>
            </a:lvl6pPr>
            <a:lvl7pPr indent="-314325" lvl="6" marL="32004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Char char="•"/>
              <a:defRPr b="1" sz="1350">
                <a:solidFill>
                  <a:schemeClr val="lt1"/>
                </a:solidFill>
              </a:defRPr>
            </a:lvl7pPr>
            <a:lvl8pPr indent="-314325" lvl="7" marL="3657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Char char="•"/>
              <a:defRPr b="1" sz="1350">
                <a:solidFill>
                  <a:schemeClr val="lt1"/>
                </a:solidFill>
              </a:defRPr>
            </a:lvl8pPr>
            <a:lvl9pPr indent="-314325" lvl="8" marL="41148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Char char="•"/>
              <a:defRPr b="1" sz="135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15"/>
          <p:cNvSpPr/>
          <p:nvPr>
            <p:ph idx="3" type="pic"/>
          </p:nvPr>
        </p:nvSpPr>
        <p:spPr>
          <a:xfrm>
            <a:off x="4568419" y="-7228"/>
            <a:ext cx="4575600" cy="494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8926942" y="4940953"/>
            <a:ext cx="225900" cy="393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impact/highlight page on electric green with Image">
  <p:cSld name="TITLE_1_1_1_1_1_1_2_1_1_1">
    <p:bg>
      <p:bgPr>
        <a:solidFill>
          <a:schemeClr val="accen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 title="Green footer bar with page number"/>
          <p:cNvSpPr/>
          <p:nvPr/>
        </p:nvSpPr>
        <p:spPr>
          <a:xfrm>
            <a:off x="0" y="4940950"/>
            <a:ext cx="9144000" cy="20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8938260" y="4940950"/>
            <a:ext cx="205800" cy="20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"/>
              <a:buFont typeface="Arial"/>
              <a:buNone/>
            </a:pPr>
            <a:r>
              <a:t/>
            </a:r>
            <a:endParaRPr b="1" i="0" sz="75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" name="Google Shape;120;p16"/>
          <p:cNvGrpSpPr/>
          <p:nvPr/>
        </p:nvGrpSpPr>
        <p:grpSpPr>
          <a:xfrm>
            <a:off x="1846923" y="705499"/>
            <a:ext cx="652388" cy="652387"/>
            <a:chOff x="17395903" y="1728930"/>
            <a:chExt cx="1739700" cy="1739700"/>
          </a:xfrm>
        </p:grpSpPr>
        <p:sp>
          <p:nvSpPr>
            <p:cNvPr descr="Decorative circle image around a number to add visual hierarchy " id="121" name="Google Shape;121;p16" title="Decorative circle image around a number to add visual hierarchy "/>
            <p:cNvSpPr/>
            <p:nvPr/>
          </p:nvSpPr>
          <p:spPr>
            <a:xfrm>
              <a:off x="17395903" y="1728930"/>
              <a:ext cx="1739700" cy="1739700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cap="flat" cmpd="sng" w="19050">
              <a:solidFill>
                <a:schemeClr val="lt1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17395903" y="2291006"/>
              <a:ext cx="1739700" cy="59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894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2850"/>
                <a:buFont typeface="Arial"/>
                <a:buNone/>
              </a:pPr>
              <a:r>
                <a:rPr lang="en-US" sz="2850">
                  <a:solidFill>
                    <a:schemeClr val="accent3"/>
                  </a:solidFill>
                  <a:latin typeface="Oswald"/>
                  <a:ea typeface="Oswald"/>
                  <a:cs typeface="Oswald"/>
                  <a:sym typeface="Oswald"/>
                </a:rPr>
                <a:t>1</a:t>
              </a:r>
              <a:endParaRPr sz="525"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sp>
        <p:nvSpPr>
          <p:cNvPr id="123" name="Google Shape;123;p16"/>
          <p:cNvSpPr txBox="1"/>
          <p:nvPr>
            <p:ph type="title"/>
          </p:nvPr>
        </p:nvSpPr>
        <p:spPr>
          <a:xfrm>
            <a:off x="429703" y="1782684"/>
            <a:ext cx="3486900" cy="744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i="0"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24" name="Google Shape;124;p16"/>
          <p:cNvSpPr txBox="1"/>
          <p:nvPr>
            <p:ph idx="1" type="subTitle"/>
          </p:nvPr>
        </p:nvSpPr>
        <p:spPr>
          <a:xfrm>
            <a:off x="239522" y="2527208"/>
            <a:ext cx="3867300" cy="689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Archivo Black"/>
              <a:buNone/>
              <a:defRPr b="1" sz="2400"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38"/>
              <a:buNone/>
              <a:defRPr sz="938"/>
            </a:lvl2pPr>
            <a:lvl3pPr lvl="2" algn="ctr">
              <a:spcBef>
                <a:spcPts val="0"/>
              </a:spcBef>
              <a:spcAft>
                <a:spcPts val="0"/>
              </a:spcAft>
              <a:buSzPts val="938"/>
              <a:buNone/>
              <a:defRPr sz="938"/>
            </a:lvl3pPr>
            <a:lvl4pPr lvl="3" algn="ctr">
              <a:spcBef>
                <a:spcPts val="0"/>
              </a:spcBef>
              <a:spcAft>
                <a:spcPts val="0"/>
              </a:spcAft>
              <a:buSzPts val="938"/>
              <a:buNone/>
              <a:defRPr sz="938"/>
            </a:lvl4pPr>
            <a:lvl5pPr lvl="4" algn="ctr">
              <a:spcBef>
                <a:spcPts val="0"/>
              </a:spcBef>
              <a:spcAft>
                <a:spcPts val="0"/>
              </a:spcAft>
              <a:buSzPts val="938"/>
              <a:buNone/>
              <a:defRPr sz="938"/>
            </a:lvl5pPr>
            <a:lvl6pPr lvl="5" algn="ctr">
              <a:spcBef>
                <a:spcPts val="0"/>
              </a:spcBef>
              <a:spcAft>
                <a:spcPts val="0"/>
              </a:spcAft>
              <a:buSzPts val="938"/>
              <a:buNone/>
              <a:defRPr sz="938"/>
            </a:lvl6pPr>
            <a:lvl7pPr lvl="6" algn="ctr">
              <a:spcBef>
                <a:spcPts val="0"/>
              </a:spcBef>
              <a:spcAft>
                <a:spcPts val="0"/>
              </a:spcAft>
              <a:buSzPts val="938"/>
              <a:buNone/>
              <a:defRPr sz="938"/>
            </a:lvl7pPr>
            <a:lvl8pPr lvl="7" algn="ctr">
              <a:spcBef>
                <a:spcPts val="0"/>
              </a:spcBef>
              <a:spcAft>
                <a:spcPts val="0"/>
              </a:spcAft>
              <a:buSzPts val="938"/>
              <a:buNone/>
              <a:defRPr sz="938"/>
            </a:lvl8pPr>
            <a:lvl9pPr lvl="8" algn="ctr">
              <a:spcBef>
                <a:spcPts val="0"/>
              </a:spcBef>
              <a:spcAft>
                <a:spcPts val="0"/>
              </a:spcAft>
              <a:buSzPts val="938"/>
              <a:buNone/>
              <a:defRPr sz="938"/>
            </a:lvl9pPr>
          </a:lstStyle>
          <a:p/>
        </p:txBody>
      </p:sp>
      <p:sp>
        <p:nvSpPr>
          <p:cNvPr id="125" name="Google Shape;125;p16"/>
          <p:cNvSpPr txBox="1"/>
          <p:nvPr>
            <p:ph idx="2" type="body"/>
          </p:nvPr>
        </p:nvSpPr>
        <p:spPr>
          <a:xfrm>
            <a:off x="875653" y="3722653"/>
            <a:ext cx="2595000" cy="652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indent="-314325" lvl="0" marL="4572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350"/>
              <a:buChar char="•"/>
              <a:defRPr b="1" sz="1350"/>
            </a:lvl1pPr>
            <a:lvl2pPr indent="-314325" lvl="1" marL="9144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350"/>
              <a:buChar char="•"/>
              <a:defRPr b="1" sz="1350"/>
            </a:lvl2pPr>
            <a:lvl3pPr indent="-314325" lvl="2" marL="13716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350"/>
              <a:buChar char="•"/>
              <a:defRPr b="1" sz="1350"/>
            </a:lvl3pPr>
            <a:lvl4pPr indent="-314325" lvl="3" marL="18288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350"/>
              <a:buChar char="•"/>
              <a:defRPr b="1" sz="1350"/>
            </a:lvl4pPr>
            <a:lvl5pPr indent="-314325" lvl="4" marL="22860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350"/>
              <a:buChar char="•"/>
              <a:defRPr b="1" sz="1350"/>
            </a:lvl5pPr>
            <a:lvl6pPr indent="-314325" lvl="5" marL="27432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350"/>
              <a:buChar char="•"/>
              <a:defRPr b="1" sz="1350"/>
            </a:lvl6pPr>
            <a:lvl7pPr indent="-314325" lvl="6" marL="32004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350"/>
              <a:buChar char="•"/>
              <a:defRPr b="1" sz="1350"/>
            </a:lvl7pPr>
            <a:lvl8pPr indent="-314325" lvl="7" marL="36576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350"/>
              <a:buChar char="•"/>
              <a:defRPr b="1" sz="1350"/>
            </a:lvl8pPr>
            <a:lvl9pPr indent="-314325" lvl="8" marL="41148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350"/>
              <a:buChar char="•"/>
              <a:defRPr b="1" sz="1350"/>
            </a:lvl9pPr>
          </a:lstStyle>
          <a:p/>
        </p:txBody>
      </p:sp>
      <p:sp>
        <p:nvSpPr>
          <p:cNvPr id="126" name="Google Shape;126;p16"/>
          <p:cNvSpPr/>
          <p:nvPr>
            <p:ph idx="3" type="pic"/>
          </p:nvPr>
        </p:nvSpPr>
        <p:spPr>
          <a:xfrm>
            <a:off x="4568419" y="-7228"/>
            <a:ext cx="4575600" cy="494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27" name="Google Shape;127;p16"/>
          <p:cNvSpPr txBox="1"/>
          <p:nvPr>
            <p:ph idx="12" type="sldNum"/>
          </p:nvPr>
        </p:nvSpPr>
        <p:spPr>
          <a:xfrm>
            <a:off x="8926942" y="4940953"/>
            <a:ext cx="225900" cy="393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page on PSU Green with Image">
  <p:cSld name="TITLE_1_1_1_1_1_1_2_1_1_1_1">
    <p:bg>
      <p:bgPr>
        <a:solidFill>
          <a:schemeClr val="accen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 title="Green footer bar with page number"/>
          <p:cNvSpPr/>
          <p:nvPr/>
        </p:nvSpPr>
        <p:spPr>
          <a:xfrm>
            <a:off x="0" y="4940950"/>
            <a:ext cx="9144000" cy="20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8938260" y="4940950"/>
            <a:ext cx="205800" cy="20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"/>
              <a:buFont typeface="Arial"/>
              <a:buNone/>
            </a:pPr>
            <a:r>
              <a:t/>
            </a:r>
            <a:endParaRPr b="1" i="0" sz="75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7"/>
          <p:cNvSpPr txBox="1"/>
          <p:nvPr>
            <p:ph type="title"/>
          </p:nvPr>
        </p:nvSpPr>
        <p:spPr>
          <a:xfrm>
            <a:off x="215981" y="1049859"/>
            <a:ext cx="3986700" cy="21090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chivo Narrow"/>
              <a:buNone/>
              <a:defRPr b="1" i="0" sz="4500">
                <a:solidFill>
                  <a:schemeClr val="lt1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7"/>
          <p:cNvSpPr txBox="1"/>
          <p:nvPr>
            <p:ph idx="1" type="body"/>
          </p:nvPr>
        </p:nvSpPr>
        <p:spPr>
          <a:xfrm>
            <a:off x="911794" y="3722653"/>
            <a:ext cx="2595000" cy="652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indent="-314325" lvl="0" marL="4572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Char char="•"/>
              <a:defRPr b="1" sz="1350">
                <a:solidFill>
                  <a:schemeClr val="lt1"/>
                </a:solidFill>
              </a:defRPr>
            </a:lvl1pPr>
            <a:lvl2pPr indent="-314325" lvl="1" marL="9144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Char char="•"/>
              <a:defRPr b="1" sz="1350">
                <a:solidFill>
                  <a:schemeClr val="lt1"/>
                </a:solidFill>
              </a:defRPr>
            </a:lvl2pPr>
            <a:lvl3pPr indent="-314325" lvl="2" marL="13716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Char char="•"/>
              <a:defRPr b="1" sz="1350">
                <a:solidFill>
                  <a:schemeClr val="lt1"/>
                </a:solidFill>
              </a:defRPr>
            </a:lvl3pPr>
            <a:lvl4pPr indent="-314325" lvl="3" marL="18288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Char char="•"/>
              <a:defRPr b="1" sz="1350">
                <a:solidFill>
                  <a:schemeClr val="lt1"/>
                </a:solidFill>
              </a:defRPr>
            </a:lvl4pPr>
            <a:lvl5pPr indent="-314325" lvl="4" marL="22860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Char char="•"/>
              <a:defRPr b="1" sz="1350">
                <a:solidFill>
                  <a:schemeClr val="lt1"/>
                </a:solidFill>
              </a:defRPr>
            </a:lvl5pPr>
            <a:lvl6pPr indent="-314325" lvl="5" marL="27432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Char char="•"/>
              <a:defRPr b="1" sz="1350">
                <a:solidFill>
                  <a:schemeClr val="lt1"/>
                </a:solidFill>
              </a:defRPr>
            </a:lvl6pPr>
            <a:lvl7pPr indent="-314325" lvl="6" marL="32004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Char char="•"/>
              <a:defRPr b="1" sz="1350">
                <a:solidFill>
                  <a:schemeClr val="lt1"/>
                </a:solidFill>
              </a:defRPr>
            </a:lvl7pPr>
            <a:lvl8pPr indent="-314325" lvl="7" marL="36576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Char char="•"/>
              <a:defRPr b="1" sz="1350">
                <a:solidFill>
                  <a:schemeClr val="lt1"/>
                </a:solidFill>
              </a:defRPr>
            </a:lvl8pPr>
            <a:lvl9pPr indent="-314325" lvl="8" marL="41148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Char char="•"/>
              <a:defRPr b="1" sz="135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" name="Google Shape;133;p17"/>
          <p:cNvSpPr/>
          <p:nvPr>
            <p:ph idx="2" type="pic"/>
          </p:nvPr>
        </p:nvSpPr>
        <p:spPr>
          <a:xfrm>
            <a:off x="4568419" y="-7228"/>
            <a:ext cx="4575600" cy="494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34" name="Google Shape;134;p17"/>
          <p:cNvSpPr txBox="1"/>
          <p:nvPr>
            <p:ph idx="12" type="sldNum"/>
          </p:nvPr>
        </p:nvSpPr>
        <p:spPr>
          <a:xfrm>
            <a:off x="8926942" y="4940953"/>
            <a:ext cx="225900" cy="393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Copy Page with image on forest green">
  <p:cSld name="TITLE_1_1_1_1_1_1_1">
    <p:bg>
      <p:bgPr>
        <a:solidFill>
          <a:schemeClr val="lt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 title="Green footer bar with page number"/>
          <p:cNvSpPr/>
          <p:nvPr/>
        </p:nvSpPr>
        <p:spPr>
          <a:xfrm>
            <a:off x="0" y="4940950"/>
            <a:ext cx="9144000" cy="20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8938260" y="4940950"/>
            <a:ext cx="205800" cy="20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"/>
              <a:buFont typeface="Arial"/>
              <a:buNone/>
            </a:pPr>
            <a:r>
              <a:t/>
            </a:r>
            <a:endParaRPr b="1" i="0" sz="75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 txBox="1"/>
          <p:nvPr>
            <p:ph type="title"/>
          </p:nvPr>
        </p:nvSpPr>
        <p:spPr>
          <a:xfrm>
            <a:off x="432675" y="709550"/>
            <a:ext cx="4585500" cy="787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chivo"/>
              <a:buNone/>
              <a:defRPr b="1" i="0" sz="32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chivo"/>
              <a:buNone/>
              <a:defRPr b="1" i="1" sz="27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chivo"/>
              <a:buNone/>
              <a:defRPr b="1" i="1" sz="27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chivo"/>
              <a:buNone/>
              <a:defRPr b="1" i="1" sz="27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chivo"/>
              <a:buNone/>
              <a:defRPr b="1" i="1" sz="27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chivo"/>
              <a:buNone/>
              <a:defRPr b="1" i="1" sz="27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chivo"/>
              <a:buNone/>
              <a:defRPr b="1" i="1" sz="27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chivo"/>
              <a:buNone/>
              <a:defRPr b="1" i="1" sz="27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chivo"/>
              <a:buNone/>
              <a:defRPr b="1" i="1" sz="2700">
                <a:solidFill>
                  <a:schemeClr val="accen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>
            <a:off x="445100" y="1979362"/>
            <a:ext cx="4494900" cy="430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chivo Narrow Medium"/>
              <a:buNone/>
              <a:defRPr sz="2800">
                <a:solidFill>
                  <a:schemeClr val="accent2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25"/>
              <a:buNone/>
              <a:defRPr sz="1425">
                <a:solidFill>
                  <a:schemeClr val="accen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25"/>
              <a:buNone/>
              <a:defRPr sz="1425">
                <a:solidFill>
                  <a:schemeClr val="accen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25"/>
              <a:buNone/>
              <a:defRPr sz="1425">
                <a:solidFill>
                  <a:schemeClr val="accen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25"/>
              <a:buNone/>
              <a:defRPr sz="1425">
                <a:solidFill>
                  <a:schemeClr val="accen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25"/>
              <a:buNone/>
              <a:defRPr sz="1425">
                <a:solidFill>
                  <a:schemeClr val="accen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25"/>
              <a:buNone/>
              <a:defRPr sz="1425">
                <a:solidFill>
                  <a:schemeClr val="accen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25"/>
              <a:buNone/>
              <a:defRPr sz="1425">
                <a:solidFill>
                  <a:schemeClr val="accen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25"/>
              <a:buNone/>
              <a:defRPr sz="1425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0" name="Google Shape;140;p18"/>
          <p:cNvSpPr txBox="1"/>
          <p:nvPr>
            <p:ph idx="2" type="body"/>
          </p:nvPr>
        </p:nvSpPr>
        <p:spPr>
          <a:xfrm>
            <a:off x="445100" y="2667864"/>
            <a:ext cx="4494900" cy="1989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indent="-381000" lvl="0" marL="4572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>
              <a:lnSpc>
                <a:spcPct val="8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>
              <a:lnSpc>
                <a:spcPct val="8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>
              <a:lnSpc>
                <a:spcPct val="8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>
              <a:lnSpc>
                <a:spcPct val="8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>
              <a:lnSpc>
                <a:spcPct val="8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>
              <a:lnSpc>
                <a:spcPct val="8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>
              <a:lnSpc>
                <a:spcPct val="8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>
              <a:lnSpc>
                <a:spcPct val="8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400"/>
              <a:buFont typeface="Archivo"/>
              <a:buChar char="•"/>
              <a:defRPr sz="2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41" name="Google Shape;141;p18"/>
          <p:cNvSpPr/>
          <p:nvPr>
            <p:ph idx="3" type="pic"/>
          </p:nvPr>
        </p:nvSpPr>
        <p:spPr>
          <a:xfrm>
            <a:off x="5386199" y="0"/>
            <a:ext cx="3758100" cy="49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18"/>
          <p:cNvSpPr txBox="1"/>
          <p:nvPr>
            <p:ph idx="12" type="sldNum"/>
          </p:nvPr>
        </p:nvSpPr>
        <p:spPr>
          <a:xfrm>
            <a:off x="8926942" y="4940953"/>
            <a:ext cx="225900" cy="393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copy page on white with image ">
  <p:cSld name="TITLE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 title="Green footer bar with page number"/>
          <p:cNvSpPr/>
          <p:nvPr/>
        </p:nvSpPr>
        <p:spPr>
          <a:xfrm>
            <a:off x="0" y="4940950"/>
            <a:ext cx="9144000" cy="20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8938260" y="4940950"/>
            <a:ext cx="205800" cy="20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"/>
              <a:buFont typeface="Arial"/>
              <a:buNone/>
            </a:pPr>
            <a:r>
              <a:t/>
            </a:r>
            <a:endParaRPr b="1" i="0" sz="75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>
            <a:off x="432675" y="709550"/>
            <a:ext cx="4585500" cy="787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chivo"/>
              <a:buNone/>
              <a:defRPr b="1" i="0" sz="3200">
                <a:solidFill>
                  <a:schemeClr val="accen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chivo"/>
              <a:buNone/>
              <a:defRPr b="1" i="1" sz="2700">
                <a:latin typeface="Archivo"/>
                <a:ea typeface="Archivo"/>
                <a:cs typeface="Archivo"/>
                <a:sym typeface="Archivo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chivo"/>
              <a:buNone/>
              <a:defRPr b="1" i="1" sz="2700">
                <a:latin typeface="Archivo"/>
                <a:ea typeface="Archivo"/>
                <a:cs typeface="Archivo"/>
                <a:sym typeface="Archivo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chivo"/>
              <a:buNone/>
              <a:defRPr b="1" i="1" sz="2700">
                <a:latin typeface="Archivo"/>
                <a:ea typeface="Archivo"/>
                <a:cs typeface="Archivo"/>
                <a:sym typeface="Archivo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chivo"/>
              <a:buNone/>
              <a:defRPr b="1" i="1" sz="2700">
                <a:latin typeface="Archivo"/>
                <a:ea typeface="Archivo"/>
                <a:cs typeface="Archivo"/>
                <a:sym typeface="Archivo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chivo"/>
              <a:buNone/>
              <a:defRPr b="1" i="1" sz="2700">
                <a:latin typeface="Archivo"/>
                <a:ea typeface="Archivo"/>
                <a:cs typeface="Archivo"/>
                <a:sym typeface="Archivo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chivo"/>
              <a:buNone/>
              <a:defRPr b="1" i="1" sz="2700">
                <a:latin typeface="Archivo"/>
                <a:ea typeface="Archivo"/>
                <a:cs typeface="Archivo"/>
                <a:sym typeface="Archivo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chivo"/>
              <a:buNone/>
              <a:defRPr b="1" i="1" sz="2700">
                <a:latin typeface="Archivo"/>
                <a:ea typeface="Archivo"/>
                <a:cs typeface="Archivo"/>
                <a:sym typeface="Archivo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chivo"/>
              <a:buNone/>
              <a:defRPr b="1" i="1" sz="27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47" name="Google Shape;147;p19"/>
          <p:cNvSpPr txBox="1"/>
          <p:nvPr>
            <p:ph idx="1" type="subTitle"/>
          </p:nvPr>
        </p:nvSpPr>
        <p:spPr>
          <a:xfrm>
            <a:off x="445101" y="2108205"/>
            <a:ext cx="5310600" cy="2889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chivo Narrow Medium"/>
              <a:buNone/>
              <a:defRPr sz="2800">
                <a:solidFill>
                  <a:schemeClr val="accen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None/>
              <a:defRPr sz="1425">
                <a:solidFill>
                  <a:schemeClr val="accen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None/>
              <a:defRPr sz="1425">
                <a:solidFill>
                  <a:schemeClr val="accen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None/>
              <a:defRPr sz="1425">
                <a:solidFill>
                  <a:schemeClr val="accen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None/>
              <a:defRPr sz="1425">
                <a:solidFill>
                  <a:schemeClr val="accen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None/>
              <a:defRPr sz="1425">
                <a:solidFill>
                  <a:schemeClr val="accen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None/>
              <a:defRPr sz="1425">
                <a:solidFill>
                  <a:schemeClr val="accen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None/>
              <a:defRPr sz="1425">
                <a:solidFill>
                  <a:schemeClr val="accen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None/>
              <a:defRPr sz="1425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8" name="Google Shape;148;p19"/>
          <p:cNvSpPr txBox="1"/>
          <p:nvPr>
            <p:ph idx="2" type="body"/>
          </p:nvPr>
        </p:nvSpPr>
        <p:spPr>
          <a:xfrm>
            <a:off x="445100" y="2629297"/>
            <a:ext cx="4494900" cy="2082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indent="-3810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400"/>
              <a:buFont typeface="Archivo"/>
              <a:buChar char="•"/>
              <a:defRPr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49" name="Google Shape;149;p19"/>
          <p:cNvSpPr/>
          <p:nvPr>
            <p:ph idx="3" type="pic"/>
          </p:nvPr>
        </p:nvSpPr>
        <p:spPr>
          <a:xfrm>
            <a:off x="5425325" y="0"/>
            <a:ext cx="3718800" cy="49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19"/>
          <p:cNvSpPr txBox="1"/>
          <p:nvPr>
            <p:ph idx="12" type="sldNum"/>
          </p:nvPr>
        </p:nvSpPr>
        <p:spPr>
          <a:xfrm>
            <a:off x="8926942" y="4940953"/>
            <a:ext cx="225900" cy="393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copy, small bulleted list on white with 2 Image">
  <p:cSld name="TITLE_1_1_1_1_1_1_1_1_1"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 title="Green footer bar with page number"/>
          <p:cNvSpPr/>
          <p:nvPr/>
        </p:nvSpPr>
        <p:spPr>
          <a:xfrm>
            <a:off x="0" y="4940950"/>
            <a:ext cx="9144000" cy="20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p20"/>
          <p:cNvSpPr txBox="1"/>
          <p:nvPr/>
        </p:nvSpPr>
        <p:spPr>
          <a:xfrm>
            <a:off x="8938260" y="4940950"/>
            <a:ext cx="205800" cy="20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"/>
              <a:buFont typeface="Arial"/>
              <a:buNone/>
            </a:pPr>
            <a:r>
              <a:t/>
            </a:r>
            <a:endParaRPr b="1" i="0" sz="75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0"/>
          <p:cNvSpPr txBox="1"/>
          <p:nvPr>
            <p:ph type="title"/>
          </p:nvPr>
        </p:nvSpPr>
        <p:spPr>
          <a:xfrm>
            <a:off x="432675" y="473825"/>
            <a:ext cx="4408200" cy="787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chivo"/>
              <a:buNone/>
              <a:defRPr b="1" i="0" sz="3200">
                <a:solidFill>
                  <a:schemeClr val="accen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chivo"/>
              <a:buNone/>
              <a:defRPr b="1" i="1" sz="2700">
                <a:latin typeface="Archivo"/>
                <a:ea typeface="Archivo"/>
                <a:cs typeface="Archivo"/>
                <a:sym typeface="Archivo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chivo"/>
              <a:buNone/>
              <a:defRPr b="1" i="1" sz="2700">
                <a:latin typeface="Archivo"/>
                <a:ea typeface="Archivo"/>
                <a:cs typeface="Archivo"/>
                <a:sym typeface="Archivo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chivo"/>
              <a:buNone/>
              <a:defRPr b="1" i="1" sz="2700">
                <a:latin typeface="Archivo"/>
                <a:ea typeface="Archivo"/>
                <a:cs typeface="Archivo"/>
                <a:sym typeface="Archivo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chivo"/>
              <a:buNone/>
              <a:defRPr b="1" i="1" sz="2700">
                <a:latin typeface="Archivo"/>
                <a:ea typeface="Archivo"/>
                <a:cs typeface="Archivo"/>
                <a:sym typeface="Archivo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chivo"/>
              <a:buNone/>
              <a:defRPr b="1" i="1" sz="2700">
                <a:latin typeface="Archivo"/>
                <a:ea typeface="Archivo"/>
                <a:cs typeface="Archivo"/>
                <a:sym typeface="Archivo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chivo"/>
              <a:buNone/>
              <a:defRPr b="1" i="1" sz="2700">
                <a:latin typeface="Archivo"/>
                <a:ea typeface="Archivo"/>
                <a:cs typeface="Archivo"/>
                <a:sym typeface="Archivo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chivo"/>
              <a:buNone/>
              <a:defRPr b="1" i="1" sz="2700">
                <a:latin typeface="Archivo"/>
                <a:ea typeface="Archivo"/>
                <a:cs typeface="Archivo"/>
                <a:sym typeface="Archivo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chivo"/>
              <a:buNone/>
              <a:defRPr b="1" i="1" sz="27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55" name="Google Shape;155;p20"/>
          <p:cNvSpPr txBox="1"/>
          <p:nvPr>
            <p:ph idx="1" type="subTitle"/>
          </p:nvPr>
        </p:nvSpPr>
        <p:spPr>
          <a:xfrm>
            <a:off x="445100" y="1597107"/>
            <a:ext cx="4395900" cy="393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chivo Narrow SemiBold"/>
              <a:buNone/>
              <a:defRPr sz="2800">
                <a:solidFill>
                  <a:schemeClr val="accent1"/>
                </a:solidFill>
                <a:latin typeface="Archivo Narrow SemiBold"/>
                <a:ea typeface="Archivo Narrow SemiBold"/>
                <a:cs typeface="Archivo Narrow SemiBold"/>
                <a:sym typeface="Archivo Narrow Semi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Font typeface="Archivo Narrow SemiBold"/>
              <a:buNone/>
              <a:defRPr sz="1425">
                <a:solidFill>
                  <a:schemeClr val="accent1"/>
                </a:solidFill>
                <a:latin typeface="Archivo Narrow SemiBold"/>
                <a:ea typeface="Archivo Narrow SemiBold"/>
                <a:cs typeface="Archivo Narrow SemiBold"/>
                <a:sym typeface="Archivo Narrow SemiBol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Font typeface="Archivo Narrow SemiBold"/>
              <a:buNone/>
              <a:defRPr sz="1425">
                <a:solidFill>
                  <a:schemeClr val="accent1"/>
                </a:solidFill>
                <a:latin typeface="Archivo Narrow SemiBold"/>
                <a:ea typeface="Archivo Narrow SemiBold"/>
                <a:cs typeface="Archivo Narrow SemiBold"/>
                <a:sym typeface="Archivo Narrow SemiBol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Font typeface="Archivo Narrow SemiBold"/>
              <a:buNone/>
              <a:defRPr sz="1425">
                <a:solidFill>
                  <a:schemeClr val="accent1"/>
                </a:solidFill>
                <a:latin typeface="Archivo Narrow SemiBold"/>
                <a:ea typeface="Archivo Narrow SemiBold"/>
                <a:cs typeface="Archivo Narrow SemiBold"/>
                <a:sym typeface="Archivo Narrow SemiBol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Font typeface="Archivo Narrow SemiBold"/>
              <a:buNone/>
              <a:defRPr sz="1425">
                <a:solidFill>
                  <a:schemeClr val="accent1"/>
                </a:solidFill>
                <a:latin typeface="Archivo Narrow SemiBold"/>
                <a:ea typeface="Archivo Narrow SemiBold"/>
                <a:cs typeface="Archivo Narrow SemiBold"/>
                <a:sym typeface="Archivo Narrow SemiBol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Font typeface="Archivo Narrow SemiBold"/>
              <a:buNone/>
              <a:defRPr sz="1425">
                <a:solidFill>
                  <a:schemeClr val="accent1"/>
                </a:solidFill>
                <a:latin typeface="Archivo Narrow SemiBold"/>
                <a:ea typeface="Archivo Narrow SemiBold"/>
                <a:cs typeface="Archivo Narrow SemiBold"/>
                <a:sym typeface="Archivo Narrow SemiBol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Font typeface="Archivo Narrow SemiBold"/>
              <a:buNone/>
              <a:defRPr sz="1425">
                <a:solidFill>
                  <a:schemeClr val="accent1"/>
                </a:solidFill>
                <a:latin typeface="Archivo Narrow SemiBold"/>
                <a:ea typeface="Archivo Narrow SemiBold"/>
                <a:cs typeface="Archivo Narrow SemiBold"/>
                <a:sym typeface="Archivo Narrow SemiBol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Font typeface="Archivo Narrow SemiBold"/>
              <a:buNone/>
              <a:defRPr sz="1425">
                <a:solidFill>
                  <a:schemeClr val="accent1"/>
                </a:solidFill>
                <a:latin typeface="Archivo Narrow SemiBold"/>
                <a:ea typeface="Archivo Narrow SemiBold"/>
                <a:cs typeface="Archivo Narrow SemiBold"/>
                <a:sym typeface="Archivo Narrow SemiBol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Font typeface="Archivo Narrow SemiBold"/>
              <a:buNone/>
              <a:defRPr sz="1425">
                <a:solidFill>
                  <a:schemeClr val="accent1"/>
                </a:solidFill>
                <a:latin typeface="Archivo Narrow SemiBold"/>
                <a:ea typeface="Archivo Narrow SemiBold"/>
                <a:cs typeface="Archivo Narrow SemiBold"/>
                <a:sym typeface="Archivo Narrow SemiBold"/>
              </a:defRPr>
            </a:lvl9pPr>
          </a:lstStyle>
          <a:p/>
        </p:txBody>
      </p:sp>
      <p:sp>
        <p:nvSpPr>
          <p:cNvPr id="156" name="Google Shape;156;p20"/>
          <p:cNvSpPr txBox="1"/>
          <p:nvPr>
            <p:ph idx="2" type="body"/>
          </p:nvPr>
        </p:nvSpPr>
        <p:spPr>
          <a:xfrm>
            <a:off x="459075" y="2366876"/>
            <a:ext cx="4395900" cy="6144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indent="-383381" lvl="0" marL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38"/>
              <a:buFont typeface="Archivo Medium"/>
              <a:buChar char="•"/>
              <a:defRPr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indent="-383381" lvl="1" marL="914400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38"/>
              <a:buFont typeface="Archivo Medium"/>
              <a:buChar char="•"/>
              <a:defRPr>
                <a:latin typeface="Archivo Medium"/>
                <a:ea typeface="Archivo Medium"/>
                <a:cs typeface="Archivo Medium"/>
                <a:sym typeface="Archivo Medium"/>
              </a:defRPr>
            </a:lvl2pPr>
            <a:lvl3pPr indent="-383381" lvl="2" marL="1371600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38"/>
              <a:buFont typeface="Archivo Medium"/>
              <a:buChar char="•"/>
              <a:defRPr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indent="-383381" lvl="3" marL="1828800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38"/>
              <a:buFont typeface="Archivo Medium"/>
              <a:buChar char="•"/>
              <a:defRPr>
                <a:latin typeface="Archivo Medium"/>
                <a:ea typeface="Archivo Medium"/>
                <a:cs typeface="Archivo Medium"/>
                <a:sym typeface="Archivo Medium"/>
              </a:defRPr>
            </a:lvl4pPr>
            <a:lvl5pPr indent="-383381" lvl="4" marL="2286000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38"/>
              <a:buFont typeface="Archivo Medium"/>
              <a:buChar char="•"/>
              <a:defRPr>
                <a:latin typeface="Archivo Medium"/>
                <a:ea typeface="Archivo Medium"/>
                <a:cs typeface="Archivo Medium"/>
                <a:sym typeface="Archivo Medium"/>
              </a:defRPr>
            </a:lvl5pPr>
            <a:lvl6pPr indent="-383381" lvl="5" marL="2743200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38"/>
              <a:buFont typeface="Archivo Medium"/>
              <a:buChar char="•"/>
              <a:defRPr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indent="-383381" lvl="6" marL="3200400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38"/>
              <a:buFont typeface="Archivo Medium"/>
              <a:buChar char="•"/>
              <a:defRPr>
                <a:latin typeface="Archivo Medium"/>
                <a:ea typeface="Archivo Medium"/>
                <a:cs typeface="Archivo Medium"/>
                <a:sym typeface="Archivo Medium"/>
              </a:defRPr>
            </a:lvl7pPr>
            <a:lvl8pPr indent="-383381" lvl="7" marL="3657600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38"/>
              <a:buFont typeface="Archivo Medium"/>
              <a:buChar char="•"/>
              <a:defRPr>
                <a:latin typeface="Archivo Medium"/>
                <a:ea typeface="Archivo Medium"/>
                <a:cs typeface="Archivo Medium"/>
                <a:sym typeface="Archivo Medium"/>
              </a:defRPr>
            </a:lvl8pPr>
            <a:lvl9pPr indent="-383381" lvl="8" marL="4114800" rtl="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2438"/>
              <a:buFont typeface="Archivo Medium"/>
              <a:buChar char="•"/>
              <a:defRPr>
                <a:latin typeface="Archivo Medium"/>
                <a:ea typeface="Archivo Medium"/>
                <a:cs typeface="Archivo Medium"/>
                <a:sym typeface="Archivo Medium"/>
              </a:defRPr>
            </a:lvl9pPr>
          </a:lstStyle>
          <a:p/>
        </p:txBody>
      </p:sp>
      <p:sp>
        <p:nvSpPr>
          <p:cNvPr id="157" name="Google Shape;157;p20"/>
          <p:cNvSpPr txBox="1"/>
          <p:nvPr>
            <p:ph idx="3" type="body"/>
          </p:nvPr>
        </p:nvSpPr>
        <p:spPr>
          <a:xfrm>
            <a:off x="459075" y="3679703"/>
            <a:ext cx="4395900" cy="6144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indent="-383381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38"/>
              <a:buChar char="•"/>
              <a:defRPr b="1"/>
            </a:lvl1pPr>
            <a:lvl2pPr indent="-383381" lvl="1" marL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38"/>
              <a:buChar char="•"/>
              <a:defRPr b="1"/>
            </a:lvl2pPr>
            <a:lvl3pPr indent="-383381" lvl="2" marL="13716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38"/>
              <a:buChar char="•"/>
              <a:defRPr b="1"/>
            </a:lvl3pPr>
            <a:lvl4pPr indent="-383381" lvl="3" marL="18288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38"/>
              <a:buChar char="•"/>
              <a:defRPr b="1"/>
            </a:lvl4pPr>
            <a:lvl5pPr indent="-383381" lvl="4" marL="22860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38"/>
              <a:buChar char="•"/>
              <a:defRPr b="1"/>
            </a:lvl5pPr>
            <a:lvl6pPr indent="-383381" lvl="5" marL="27432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38"/>
              <a:buChar char="•"/>
              <a:defRPr b="1"/>
            </a:lvl6pPr>
            <a:lvl7pPr indent="-383381" lvl="6" marL="3200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38"/>
              <a:buChar char="•"/>
              <a:defRPr b="1"/>
            </a:lvl7pPr>
            <a:lvl8pPr indent="-383381" lvl="7" marL="36576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38"/>
              <a:buChar char="•"/>
              <a:defRPr b="1"/>
            </a:lvl8pPr>
            <a:lvl9pPr indent="-383381" lvl="8" marL="41148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2438"/>
              <a:buChar char="•"/>
              <a:defRPr b="1"/>
            </a:lvl9pPr>
          </a:lstStyle>
          <a:p/>
        </p:txBody>
      </p:sp>
      <p:sp>
        <p:nvSpPr>
          <p:cNvPr id="158" name="Google Shape;158;p20"/>
          <p:cNvSpPr/>
          <p:nvPr>
            <p:ph idx="4" type="pic"/>
          </p:nvPr>
        </p:nvSpPr>
        <p:spPr>
          <a:xfrm>
            <a:off x="5372575" y="0"/>
            <a:ext cx="3763500" cy="227790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20"/>
          <p:cNvSpPr/>
          <p:nvPr>
            <p:ph idx="5" type="pic"/>
          </p:nvPr>
        </p:nvSpPr>
        <p:spPr>
          <a:xfrm>
            <a:off x="5372575" y="2399400"/>
            <a:ext cx="3771600" cy="2429700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8926942" y="4950603"/>
            <a:ext cx="225900" cy="393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buNone/>
              <a:defRPr sz="86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79756" y="133350"/>
            <a:ext cx="8964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lv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813"/>
              <a:buFont typeface="Archivo Narrow SemiBold"/>
              <a:buNone/>
              <a:defRPr i="1" sz="5813" u="none" cap="none" strike="noStrike">
                <a:solidFill>
                  <a:schemeClr val="lt2"/>
                </a:solidFill>
                <a:latin typeface="Archivo Narrow SemiBold"/>
                <a:ea typeface="Archivo Narrow SemiBold"/>
                <a:cs typeface="Archivo Narrow SemiBold"/>
                <a:sym typeface="Archivo Narrow SemiBold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13"/>
              <a:buFont typeface="Helvetica Neue"/>
              <a:buNone/>
              <a:defRPr b="0" i="0" sz="5813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13"/>
              <a:buFont typeface="Helvetica Neue"/>
              <a:buNone/>
              <a:defRPr b="0" i="0" sz="5813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13"/>
              <a:buFont typeface="Helvetica Neue"/>
              <a:buNone/>
              <a:defRPr b="0" i="0" sz="5813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13"/>
              <a:buFont typeface="Helvetica Neue"/>
              <a:buNone/>
              <a:defRPr b="0" i="0" sz="5813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13"/>
              <a:buFont typeface="Helvetica Neue"/>
              <a:buNone/>
              <a:defRPr b="0" i="0" sz="5813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13"/>
              <a:buFont typeface="Helvetica Neue"/>
              <a:buNone/>
              <a:defRPr b="0" i="0" sz="5813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13"/>
              <a:buFont typeface="Helvetica Neue"/>
              <a:buNone/>
              <a:defRPr b="0" i="0" sz="5813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13"/>
              <a:buFont typeface="Helvetica Neue"/>
              <a:buNone/>
              <a:defRPr b="0" i="0" sz="5813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33413" y="1181100"/>
            <a:ext cx="78771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-383381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38"/>
              <a:buFont typeface="Archivo"/>
              <a:buChar char="•"/>
              <a:defRPr i="0" sz="2438" u="none" cap="none" strike="noStrike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83381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38"/>
              <a:buFont typeface="Archivo"/>
              <a:buChar char="•"/>
              <a:defRPr i="0" sz="2438" u="none" cap="none" strike="noStrike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83381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38"/>
              <a:buFont typeface="Archivo"/>
              <a:buChar char="•"/>
              <a:defRPr i="0" sz="2438" u="none" cap="none" strike="noStrike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83381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38"/>
              <a:buFont typeface="Archivo"/>
              <a:buChar char="•"/>
              <a:defRPr i="0" sz="2438" u="none" cap="none" strike="noStrike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83381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38"/>
              <a:buFont typeface="Archivo"/>
              <a:buChar char="•"/>
              <a:defRPr i="0" sz="2438" u="none" cap="none" strike="noStrike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83381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38"/>
              <a:buFont typeface="Archivo"/>
              <a:buChar char="•"/>
              <a:defRPr i="0" sz="2438" u="none" cap="none" strike="noStrike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83381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38"/>
              <a:buFont typeface="Archivo"/>
              <a:buChar char="•"/>
              <a:defRPr i="0" sz="2438" u="none" cap="none" strike="noStrike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83381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38"/>
              <a:buFont typeface="Archivo"/>
              <a:buChar char="•"/>
              <a:defRPr i="0" sz="2438" u="none" cap="none" strike="noStrike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83381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38"/>
              <a:buFont typeface="Archivo"/>
              <a:buChar char="•"/>
              <a:defRPr i="0" sz="2438" u="none" cap="none" strike="noStrike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oaiplus.pdx.edu/how-to-make-accessible-powerpoints-and-google-slides/?media_link=1" TargetMode="External"/><Relationship Id="rId4" Type="http://schemas.openxmlformats.org/officeDocument/2006/relationships/hyperlink" Target="https://oaiplus.pdx.edu/how-to-make-accessible-powerpoints-and-google-slides/?media_link=1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oaiplus.pdx.edu/how-to-make-accessible-powerpoints-and-google-slides/?media_link=1" TargetMode="External"/><Relationship Id="rId4" Type="http://schemas.openxmlformats.org/officeDocument/2006/relationships/hyperlink" Target="https://oaiplus.pdx.edu/how-to-make-accessible-powerpoints-and-google-slides/?media_link=1" TargetMode="External"/><Relationship Id="rId5" Type="http://schemas.openxmlformats.org/officeDocument/2006/relationships/hyperlink" Target="https://webaim.org/resources/contrastchecker/" TargetMode="External"/><Relationship Id="rId6" Type="http://schemas.openxmlformats.org/officeDocument/2006/relationships/hyperlink" Target="https://webaim.org/resources/contrastchecker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oaiplus.pdx.edu/how-to-make-accessible-powerpoints-and-google-slides/?media_link=1" TargetMode="External"/><Relationship Id="rId4" Type="http://schemas.openxmlformats.org/officeDocument/2006/relationships/hyperlink" Target="https://oaiplus.pdx.edu/how-to-make-accessible-powerpoints-and-google-slides/?media_link=1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oaiplus.pdx.edu/how-to-make-accessible-powerpoints-and-google-slides/?media_link=1" TargetMode="External"/><Relationship Id="rId4" Type="http://schemas.openxmlformats.org/officeDocument/2006/relationships/hyperlink" Target="https://oaiplus.pdx.edu/how-to-make-accessible-powerpoints-and-google-slides/?media_link=1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jpg"/><Relationship Id="rId4" Type="http://schemas.openxmlformats.org/officeDocument/2006/relationships/image" Target="../media/image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>
            <p:ph type="title"/>
          </p:nvPr>
        </p:nvSpPr>
        <p:spPr>
          <a:xfrm>
            <a:off x="267309" y="1805943"/>
            <a:ext cx="8609400" cy="7398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</a:t>
            </a:r>
            <a:r>
              <a:rPr lang="en-US"/>
              <a:t>resentation Name</a:t>
            </a:r>
            <a:endParaRPr sz="5813"/>
          </a:p>
        </p:txBody>
      </p:sp>
      <p:sp>
        <p:nvSpPr>
          <p:cNvPr id="166" name="Google Shape;166;p21"/>
          <p:cNvSpPr txBox="1"/>
          <p:nvPr>
            <p:ph idx="1" type="subTitle"/>
          </p:nvPr>
        </p:nvSpPr>
        <p:spPr>
          <a:xfrm>
            <a:off x="2385300" y="2517049"/>
            <a:ext cx="4373400" cy="3738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Subheadline if needed</a:t>
            </a:r>
            <a:endParaRPr sz="2400"/>
          </a:p>
        </p:txBody>
      </p:sp>
      <p:sp>
        <p:nvSpPr>
          <p:cNvPr id="167" name="Google Shape;167;p21"/>
          <p:cNvSpPr txBox="1"/>
          <p:nvPr>
            <p:ph idx="2" type="subTitle"/>
          </p:nvPr>
        </p:nvSpPr>
        <p:spPr>
          <a:xfrm>
            <a:off x="2748300" y="3203600"/>
            <a:ext cx="3647400" cy="2889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September 3</a:t>
            </a:r>
            <a:r>
              <a:rPr lang="en-US" sz="1800"/>
              <a:t>, 2026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/>
          <p:nvPr>
            <p:ph type="title"/>
          </p:nvPr>
        </p:nvSpPr>
        <p:spPr>
          <a:xfrm>
            <a:off x="432675" y="420210"/>
            <a:ext cx="6529800" cy="463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6A7F10"/>
                </a:solidFill>
              </a:rPr>
              <a:t>Formatting your slides (1 of 4)</a:t>
            </a:r>
            <a:endParaRPr/>
          </a:p>
        </p:txBody>
      </p:sp>
      <p:sp>
        <p:nvSpPr>
          <p:cNvPr id="173" name="Google Shape;173;p22"/>
          <p:cNvSpPr txBox="1"/>
          <p:nvPr>
            <p:ph idx="1" type="subTitle"/>
          </p:nvPr>
        </p:nvSpPr>
        <p:spPr>
          <a:xfrm>
            <a:off x="445101" y="1268632"/>
            <a:ext cx="5310600" cy="4140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6A7F1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Source:</a:t>
            </a:r>
            <a:r>
              <a:rPr lang="en-US">
                <a:solidFill>
                  <a:srgbClr val="6A7F10"/>
                </a:solidFill>
                <a:uFill>
                  <a:noFill/>
                </a:uFill>
                <a:latin typeface="Archivo Narrow"/>
                <a:ea typeface="Archivo Narrow"/>
                <a:cs typeface="Archivo Narrow"/>
                <a:sym typeface="Archivo Narro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rgbClr val="008AC1"/>
                </a:solidFill>
                <a:latin typeface="Archivo Narrow"/>
                <a:ea typeface="Archivo Narrow"/>
                <a:cs typeface="Archivo Narrow"/>
                <a:sym typeface="Archivo Narro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Office of Academic Innovation</a:t>
            </a:r>
            <a:endParaRPr/>
          </a:p>
        </p:txBody>
      </p:sp>
      <p:sp>
        <p:nvSpPr>
          <p:cNvPr id="174" name="Google Shape;174;p22"/>
          <p:cNvSpPr txBox="1"/>
          <p:nvPr>
            <p:ph idx="2" type="body"/>
          </p:nvPr>
        </p:nvSpPr>
        <p:spPr>
          <a:xfrm>
            <a:off x="445100" y="2032875"/>
            <a:ext cx="6294000" cy="2082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Use </a:t>
            </a:r>
            <a:r>
              <a:rPr b="1" lang="en-US"/>
              <a:t>included layouts</a:t>
            </a:r>
            <a:r>
              <a:rPr lang="en-US"/>
              <a:t> for each of your slides (after adding a new slide, choose Slide &gt; Apply layout).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Give a </a:t>
            </a:r>
            <a:r>
              <a:rPr b="1" lang="en-US"/>
              <a:t>unique title</a:t>
            </a:r>
            <a:r>
              <a:rPr lang="en-US"/>
              <a:t> to each slide.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SzPts val="2400"/>
              <a:buChar char="•"/>
            </a:pPr>
            <a:r>
              <a:rPr b="1" lang="en-US"/>
              <a:t>Avoid resizing elements</a:t>
            </a:r>
            <a:r>
              <a:rPr lang="en-US"/>
              <a:t>, including text size. (If your content doesn’t fit, consider adding an additional slide.)</a:t>
            </a:r>
            <a:endParaRPr/>
          </a:p>
        </p:txBody>
      </p:sp>
      <p:sp>
        <p:nvSpPr>
          <p:cNvPr id="175" name="Google Shape;175;p22"/>
          <p:cNvSpPr txBox="1"/>
          <p:nvPr>
            <p:ph idx="12" type="sldNum"/>
          </p:nvPr>
        </p:nvSpPr>
        <p:spPr>
          <a:xfrm>
            <a:off x="8926942" y="4938897"/>
            <a:ext cx="225900" cy="393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/>
          <p:nvPr>
            <p:ph type="title"/>
          </p:nvPr>
        </p:nvSpPr>
        <p:spPr>
          <a:xfrm>
            <a:off x="432675" y="420210"/>
            <a:ext cx="6529800" cy="463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6A7F10"/>
                </a:solidFill>
              </a:rPr>
              <a:t>Formatting your slides (2 of 4)</a:t>
            </a:r>
            <a:endParaRPr/>
          </a:p>
        </p:txBody>
      </p:sp>
      <p:sp>
        <p:nvSpPr>
          <p:cNvPr id="181" name="Google Shape;181;p23"/>
          <p:cNvSpPr txBox="1"/>
          <p:nvPr>
            <p:ph idx="1" type="subTitle"/>
          </p:nvPr>
        </p:nvSpPr>
        <p:spPr>
          <a:xfrm>
            <a:off x="445101" y="1268632"/>
            <a:ext cx="5310600" cy="4140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6A7F1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Source:</a:t>
            </a:r>
            <a:r>
              <a:rPr lang="en-US">
                <a:solidFill>
                  <a:srgbClr val="6A7F10"/>
                </a:solidFill>
                <a:uFill>
                  <a:noFill/>
                </a:uFill>
                <a:latin typeface="Archivo Narrow"/>
                <a:ea typeface="Archivo Narrow"/>
                <a:cs typeface="Archivo Narrow"/>
                <a:sym typeface="Archivo Narro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rgbClr val="008AC1"/>
                </a:solidFill>
                <a:latin typeface="Archivo Narrow"/>
                <a:ea typeface="Archivo Narrow"/>
                <a:cs typeface="Archivo Narrow"/>
                <a:sym typeface="Archivo Narro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Office of Academic Innovation</a:t>
            </a:r>
            <a:endParaRPr/>
          </a:p>
        </p:txBody>
      </p:sp>
      <p:sp>
        <p:nvSpPr>
          <p:cNvPr id="182" name="Google Shape;182;p23"/>
          <p:cNvSpPr txBox="1"/>
          <p:nvPr>
            <p:ph idx="2" type="body"/>
          </p:nvPr>
        </p:nvSpPr>
        <p:spPr>
          <a:xfrm>
            <a:off x="445100" y="2032875"/>
            <a:ext cx="6294000" cy="2082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en-US"/>
              <a:t>Font</a:t>
            </a:r>
            <a:r>
              <a:rPr lang="en-US"/>
              <a:t>: Choose sans-serif fonts 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en-US"/>
              <a:t>Body text size</a:t>
            </a:r>
            <a:r>
              <a:rPr lang="en-US"/>
              <a:t>: no smaller than 24 pt 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en-US"/>
              <a:t>Heading size: </a:t>
            </a:r>
            <a:r>
              <a:rPr lang="en-US"/>
              <a:t>no smaller than 32pt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en-US"/>
              <a:t>Color:</a:t>
            </a:r>
            <a:r>
              <a:rPr lang="en-US"/>
              <a:t> Make sure there is sufficient contrast between text and background (use the</a:t>
            </a:r>
            <a:r>
              <a:rPr lang="en-US">
                <a:uFill>
                  <a:noFill/>
                </a:uFill>
                <a:hlinkClick r:id="rId5"/>
              </a:rPr>
              <a:t> </a:t>
            </a:r>
            <a:r>
              <a:rPr lang="en-US" u="sng">
                <a:solidFill>
                  <a:srgbClr val="008AC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WebAIM Contrast Checker</a:t>
            </a:r>
            <a:r>
              <a:rPr lang="en-US"/>
              <a:t>)</a:t>
            </a:r>
            <a:endParaRPr/>
          </a:p>
        </p:txBody>
      </p:sp>
      <p:sp>
        <p:nvSpPr>
          <p:cNvPr id="183" name="Google Shape;183;p23"/>
          <p:cNvSpPr txBox="1"/>
          <p:nvPr>
            <p:ph idx="12" type="sldNum"/>
          </p:nvPr>
        </p:nvSpPr>
        <p:spPr>
          <a:xfrm>
            <a:off x="8926942" y="4938897"/>
            <a:ext cx="225900" cy="393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/>
          <p:nvPr>
            <p:ph type="title"/>
          </p:nvPr>
        </p:nvSpPr>
        <p:spPr>
          <a:xfrm>
            <a:off x="432675" y="420210"/>
            <a:ext cx="6529800" cy="463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6A7F10"/>
                </a:solidFill>
              </a:rPr>
              <a:t>Formatting your slides (3 of 4)</a:t>
            </a:r>
            <a:endParaRPr/>
          </a:p>
        </p:txBody>
      </p:sp>
      <p:sp>
        <p:nvSpPr>
          <p:cNvPr id="189" name="Google Shape;189;p24"/>
          <p:cNvSpPr txBox="1"/>
          <p:nvPr>
            <p:ph idx="1" type="subTitle"/>
          </p:nvPr>
        </p:nvSpPr>
        <p:spPr>
          <a:xfrm>
            <a:off x="445101" y="1268632"/>
            <a:ext cx="5310600" cy="4140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6A7F1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Source:</a:t>
            </a:r>
            <a:r>
              <a:rPr lang="en-US">
                <a:solidFill>
                  <a:srgbClr val="6A7F10"/>
                </a:solidFill>
                <a:uFill>
                  <a:noFill/>
                </a:uFill>
                <a:latin typeface="Archivo Narrow"/>
                <a:ea typeface="Archivo Narrow"/>
                <a:cs typeface="Archivo Narrow"/>
                <a:sym typeface="Archivo Narro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rgbClr val="008AC1"/>
                </a:solidFill>
                <a:latin typeface="Archivo Narrow"/>
                <a:ea typeface="Archivo Narrow"/>
                <a:cs typeface="Archivo Narrow"/>
                <a:sym typeface="Archivo Narro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Office of Academic Innovation</a:t>
            </a:r>
            <a:endParaRPr/>
          </a:p>
        </p:txBody>
      </p:sp>
      <p:sp>
        <p:nvSpPr>
          <p:cNvPr id="190" name="Google Shape;190;p24"/>
          <p:cNvSpPr txBox="1"/>
          <p:nvPr>
            <p:ph idx="2" type="body"/>
          </p:nvPr>
        </p:nvSpPr>
        <p:spPr>
          <a:xfrm>
            <a:off x="445100" y="2032875"/>
            <a:ext cx="6820500" cy="2082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en-US"/>
              <a:t>Add descriptive alt text</a:t>
            </a:r>
            <a:r>
              <a:rPr lang="en-US"/>
              <a:t> to images by right-clicking the image and selecting Alt Text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Do not use images of text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•"/>
            </a:pPr>
            <a:r>
              <a:rPr lang="en-US"/>
              <a:t>For</a:t>
            </a:r>
            <a:r>
              <a:rPr b="1" lang="en-US"/>
              <a:t> decorative images </a:t>
            </a:r>
            <a:r>
              <a:rPr lang="en-US"/>
              <a:t>(like lines, borders or flourishes), leave the description field empty, or type a single space.</a:t>
            </a:r>
            <a:endParaRPr/>
          </a:p>
        </p:txBody>
      </p:sp>
      <p:sp>
        <p:nvSpPr>
          <p:cNvPr id="191" name="Google Shape;191;p24"/>
          <p:cNvSpPr txBox="1"/>
          <p:nvPr>
            <p:ph idx="12" type="sldNum"/>
          </p:nvPr>
        </p:nvSpPr>
        <p:spPr>
          <a:xfrm>
            <a:off x="8926942" y="4938897"/>
            <a:ext cx="225900" cy="393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/>
          <p:nvPr>
            <p:ph type="title"/>
          </p:nvPr>
        </p:nvSpPr>
        <p:spPr>
          <a:xfrm>
            <a:off x="432675" y="420210"/>
            <a:ext cx="6529800" cy="463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6A7F10"/>
                </a:solidFill>
              </a:rPr>
              <a:t>Formatting your slides (4 of 4)</a:t>
            </a:r>
            <a:endParaRPr/>
          </a:p>
        </p:txBody>
      </p:sp>
      <p:sp>
        <p:nvSpPr>
          <p:cNvPr id="197" name="Google Shape;197;p25"/>
          <p:cNvSpPr txBox="1"/>
          <p:nvPr>
            <p:ph idx="1" type="subTitle"/>
          </p:nvPr>
        </p:nvSpPr>
        <p:spPr>
          <a:xfrm>
            <a:off x="445101" y="1268632"/>
            <a:ext cx="5310600" cy="500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6A7F1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Source:</a:t>
            </a:r>
            <a:r>
              <a:rPr lang="en-US">
                <a:solidFill>
                  <a:srgbClr val="6A7F10"/>
                </a:solidFill>
                <a:uFill>
                  <a:noFill/>
                </a:uFill>
                <a:latin typeface="Archivo Narrow"/>
                <a:ea typeface="Archivo Narrow"/>
                <a:cs typeface="Archivo Narrow"/>
                <a:sym typeface="Archivo Narro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rgbClr val="008AC1"/>
                </a:solidFill>
                <a:latin typeface="Archivo Narrow"/>
                <a:ea typeface="Archivo Narrow"/>
                <a:cs typeface="Archivo Narrow"/>
                <a:sym typeface="Archivo Narro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Office of Academic Innovation</a:t>
            </a:r>
            <a:endParaRPr/>
          </a:p>
        </p:txBody>
      </p:sp>
      <p:sp>
        <p:nvSpPr>
          <p:cNvPr id="198" name="Google Shape;198;p25"/>
          <p:cNvSpPr txBox="1"/>
          <p:nvPr>
            <p:ph idx="2" type="body"/>
          </p:nvPr>
        </p:nvSpPr>
        <p:spPr>
          <a:xfrm>
            <a:off x="445100" y="2032875"/>
            <a:ext cx="6294000" cy="2082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SzPts val="2400"/>
              <a:buChar char="•"/>
            </a:pPr>
            <a:r>
              <a:rPr b="1" lang="en-US"/>
              <a:t>Double check tab order</a:t>
            </a:r>
            <a:r>
              <a:rPr lang="en-US"/>
              <a:t> to ensure information can be followed by a screen reader in a logical order (example: section, headline, subheadline, body copy, image, page number)</a:t>
            </a:r>
            <a:endParaRPr/>
          </a:p>
        </p:txBody>
      </p:sp>
      <p:sp>
        <p:nvSpPr>
          <p:cNvPr id="199" name="Google Shape;199;p25"/>
          <p:cNvSpPr txBox="1"/>
          <p:nvPr>
            <p:ph idx="12" type="sldNum"/>
          </p:nvPr>
        </p:nvSpPr>
        <p:spPr>
          <a:xfrm>
            <a:off x="8926942" y="4938897"/>
            <a:ext cx="225900" cy="393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/>
          <p:nvPr>
            <p:ph type="title"/>
          </p:nvPr>
        </p:nvSpPr>
        <p:spPr>
          <a:xfrm>
            <a:off x="267309" y="1805943"/>
            <a:ext cx="8609400" cy="7398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</a:t>
            </a:r>
            <a:endParaRPr sz="5813"/>
          </a:p>
        </p:txBody>
      </p:sp>
      <p:sp>
        <p:nvSpPr>
          <p:cNvPr id="205" name="Google Shape;205;p26"/>
          <p:cNvSpPr txBox="1"/>
          <p:nvPr>
            <p:ph idx="1" type="subTitle"/>
          </p:nvPr>
        </p:nvSpPr>
        <p:spPr>
          <a:xfrm>
            <a:off x="2385300" y="2517049"/>
            <a:ext cx="4373400" cy="3738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Subheadline if needed</a:t>
            </a:r>
            <a:endParaRPr sz="2400"/>
          </a:p>
        </p:txBody>
      </p:sp>
      <p:sp>
        <p:nvSpPr>
          <p:cNvPr id="206" name="Google Shape;206;p26"/>
          <p:cNvSpPr txBox="1"/>
          <p:nvPr>
            <p:ph idx="4294967295" type="subTitle"/>
          </p:nvPr>
        </p:nvSpPr>
        <p:spPr>
          <a:xfrm>
            <a:off x="2748300" y="3203600"/>
            <a:ext cx="3647400" cy="2889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April 21, 2026</a:t>
            </a:r>
            <a:endParaRPr sz="1800"/>
          </a:p>
        </p:txBody>
      </p:sp>
      <p:sp>
        <p:nvSpPr>
          <p:cNvPr id="207" name="Google Shape;207;p26"/>
          <p:cNvSpPr txBox="1"/>
          <p:nvPr>
            <p:ph idx="2" type="subTitle"/>
          </p:nvPr>
        </p:nvSpPr>
        <p:spPr>
          <a:xfrm>
            <a:off x="2748300" y="3203600"/>
            <a:ext cx="3647400" cy="288900"/>
          </a:xfrm>
          <a:prstGeom prst="rect">
            <a:avLst/>
          </a:prstGeom>
        </p:spPr>
        <p:txBody>
          <a:bodyPr anchorCtr="0" anchor="ctr" bIns="34275" lIns="428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August 14, 2026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 txBox="1"/>
          <p:nvPr>
            <p:ph type="title"/>
          </p:nvPr>
        </p:nvSpPr>
        <p:spPr>
          <a:xfrm>
            <a:off x="267309" y="1721844"/>
            <a:ext cx="8609400" cy="7398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Divider</a:t>
            </a:r>
            <a:r>
              <a:rPr lang="en-US"/>
              <a:t> Slide Title 1</a:t>
            </a:r>
            <a:endParaRPr/>
          </a:p>
        </p:txBody>
      </p:sp>
      <p:sp>
        <p:nvSpPr>
          <p:cNvPr id="213" name="Google Shape;213;p27"/>
          <p:cNvSpPr txBox="1"/>
          <p:nvPr>
            <p:ph idx="1" type="subTitle"/>
          </p:nvPr>
        </p:nvSpPr>
        <p:spPr>
          <a:xfrm>
            <a:off x="2385300" y="2517049"/>
            <a:ext cx="4373400" cy="3738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Optional Subhead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/>
          <p:nvPr>
            <p:ph type="title"/>
          </p:nvPr>
        </p:nvSpPr>
        <p:spPr>
          <a:xfrm>
            <a:off x="267309" y="1714119"/>
            <a:ext cx="8609400" cy="7398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Divider Slide Title 2</a:t>
            </a:r>
            <a:endParaRPr/>
          </a:p>
        </p:txBody>
      </p:sp>
      <p:sp>
        <p:nvSpPr>
          <p:cNvPr id="219" name="Google Shape;219;p28"/>
          <p:cNvSpPr txBox="1"/>
          <p:nvPr>
            <p:ph idx="1" type="subTitle"/>
          </p:nvPr>
        </p:nvSpPr>
        <p:spPr>
          <a:xfrm>
            <a:off x="2385300" y="2517049"/>
            <a:ext cx="4373400" cy="3738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Optional Subheader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 txBox="1"/>
          <p:nvPr>
            <p:ph type="title"/>
          </p:nvPr>
        </p:nvSpPr>
        <p:spPr>
          <a:xfrm>
            <a:off x="267300" y="1629869"/>
            <a:ext cx="8609400" cy="962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Sub-section Divider</a:t>
            </a:r>
            <a:endParaRPr/>
          </a:p>
        </p:txBody>
      </p:sp>
      <p:sp>
        <p:nvSpPr>
          <p:cNvPr id="225" name="Google Shape;225;p29"/>
          <p:cNvSpPr txBox="1"/>
          <p:nvPr>
            <p:ph idx="1" type="subTitle"/>
          </p:nvPr>
        </p:nvSpPr>
        <p:spPr>
          <a:xfrm>
            <a:off x="824525" y="2478000"/>
            <a:ext cx="7494900" cy="8118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Optional Subheader</a:t>
            </a:r>
            <a:br>
              <a:rPr lang="en-US"/>
            </a:br>
            <a:r>
              <a:rPr lang="en-US"/>
              <a:t>(Text in this color must be at least 24 pt)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 txBox="1"/>
          <p:nvPr>
            <p:ph type="title"/>
          </p:nvPr>
        </p:nvSpPr>
        <p:spPr>
          <a:xfrm>
            <a:off x="432675" y="709550"/>
            <a:ext cx="4585500" cy="8574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</a:t>
            </a:r>
            <a:r>
              <a:rPr lang="en-US"/>
              <a:t>column</a:t>
            </a:r>
            <a:r>
              <a:rPr lang="en-US"/>
              <a:t> page with single image</a:t>
            </a:r>
            <a:endParaRPr/>
          </a:p>
        </p:txBody>
      </p:sp>
      <p:sp>
        <p:nvSpPr>
          <p:cNvPr id="231" name="Google Shape;231;p30"/>
          <p:cNvSpPr txBox="1"/>
          <p:nvPr>
            <p:ph idx="1" type="subTitle"/>
          </p:nvPr>
        </p:nvSpPr>
        <p:spPr>
          <a:xfrm>
            <a:off x="445101" y="2108205"/>
            <a:ext cx="5310600" cy="4140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Subhead on 1 column copy block</a:t>
            </a:r>
            <a:endParaRPr/>
          </a:p>
        </p:txBody>
      </p:sp>
      <p:sp>
        <p:nvSpPr>
          <p:cNvPr id="232" name="Google Shape;232;p30"/>
          <p:cNvSpPr txBox="1"/>
          <p:nvPr>
            <p:ph idx="2" type="body"/>
          </p:nvPr>
        </p:nvSpPr>
        <p:spPr>
          <a:xfrm>
            <a:off x="445100" y="2629297"/>
            <a:ext cx="4494900" cy="2082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/>
              <a:t>Lorem ipsum dolor sit amet, consectetur adipiscing elit, sed do eiusmod tempor incididunt ut labore et dolore magna aliqua. </a:t>
            </a:r>
            <a:endParaRPr/>
          </a:p>
        </p:txBody>
      </p:sp>
      <p:pic>
        <p:nvPicPr>
          <p:cNvPr descr="Person reading book" id="233" name="Google Shape;233;p30" title="20240523_PSU_121.jp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23345" r="26452" t="0"/>
          <a:stretch/>
        </p:blipFill>
        <p:spPr>
          <a:xfrm>
            <a:off x="5425200" y="0"/>
            <a:ext cx="3718799" cy="4941000"/>
          </a:xfrm>
          <a:prstGeom prst="rect">
            <a:avLst/>
          </a:prstGeom>
        </p:spPr>
      </p:pic>
      <p:sp>
        <p:nvSpPr>
          <p:cNvPr id="234" name="Google Shape;234;p30"/>
          <p:cNvSpPr txBox="1"/>
          <p:nvPr>
            <p:ph idx="12" type="sldNum"/>
          </p:nvPr>
        </p:nvSpPr>
        <p:spPr>
          <a:xfrm>
            <a:off x="8926942" y="4940953"/>
            <a:ext cx="225900" cy="393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 txBox="1"/>
          <p:nvPr>
            <p:ph type="title"/>
          </p:nvPr>
        </p:nvSpPr>
        <p:spPr>
          <a:xfrm>
            <a:off x="432675" y="665435"/>
            <a:ext cx="6529800" cy="8574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a one column copy page using headline, set on 2 lines</a:t>
            </a:r>
            <a:endParaRPr/>
          </a:p>
        </p:txBody>
      </p:sp>
      <p:sp>
        <p:nvSpPr>
          <p:cNvPr id="240" name="Google Shape;240;p31"/>
          <p:cNvSpPr txBox="1"/>
          <p:nvPr>
            <p:ph idx="1" type="subTitle"/>
          </p:nvPr>
        </p:nvSpPr>
        <p:spPr>
          <a:xfrm>
            <a:off x="445101" y="1961480"/>
            <a:ext cx="5310600" cy="500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Subhead on 1 column copy block</a:t>
            </a:r>
            <a:endParaRPr/>
          </a:p>
        </p:txBody>
      </p:sp>
      <p:sp>
        <p:nvSpPr>
          <p:cNvPr id="241" name="Google Shape;241;p31"/>
          <p:cNvSpPr txBox="1"/>
          <p:nvPr>
            <p:ph idx="2" type="body"/>
          </p:nvPr>
        </p:nvSpPr>
        <p:spPr>
          <a:xfrm>
            <a:off x="445100" y="2434641"/>
            <a:ext cx="5310600" cy="2082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/>
              <a:t>Lorem ipsum dolor sit amet, consectetur adipiscing elit, sed do eiusmod tempor incididunt ut labore et dolore magna aliqua.</a:t>
            </a:r>
            <a:endParaRPr/>
          </a:p>
        </p:txBody>
      </p:sp>
      <p:sp>
        <p:nvSpPr>
          <p:cNvPr id="242" name="Google Shape;242;p31"/>
          <p:cNvSpPr txBox="1"/>
          <p:nvPr>
            <p:ph idx="12" type="sldNum"/>
          </p:nvPr>
        </p:nvSpPr>
        <p:spPr>
          <a:xfrm>
            <a:off x="8926942" y="4940947"/>
            <a:ext cx="225900" cy="393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/>
          <p:nvPr>
            <p:ph type="title"/>
          </p:nvPr>
        </p:nvSpPr>
        <p:spPr>
          <a:xfrm>
            <a:off x="432675" y="709550"/>
            <a:ext cx="4585500" cy="8574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Headline with image, one column of text</a:t>
            </a:r>
            <a:endParaRPr/>
          </a:p>
        </p:txBody>
      </p:sp>
      <p:sp>
        <p:nvSpPr>
          <p:cNvPr id="248" name="Google Shape;248;p32"/>
          <p:cNvSpPr txBox="1"/>
          <p:nvPr>
            <p:ph idx="1" type="subTitle"/>
          </p:nvPr>
        </p:nvSpPr>
        <p:spPr>
          <a:xfrm>
            <a:off x="445100" y="1979362"/>
            <a:ext cx="4494900" cy="430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Optional headline</a:t>
            </a:r>
            <a:endParaRPr/>
          </a:p>
        </p:txBody>
      </p:sp>
      <p:sp>
        <p:nvSpPr>
          <p:cNvPr id="249" name="Google Shape;249;p32"/>
          <p:cNvSpPr txBox="1"/>
          <p:nvPr>
            <p:ph idx="2" type="body"/>
          </p:nvPr>
        </p:nvSpPr>
        <p:spPr>
          <a:xfrm>
            <a:off x="445100" y="2667864"/>
            <a:ext cx="4494900" cy="1989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/>
              <a:t>Lorem ipsum dolor sit amet, consectetur adipiscing elit, sed do eiusmod tempor incididunt ut labore et dolore magna aliqua. </a:t>
            </a:r>
            <a:endParaRPr/>
          </a:p>
        </p:txBody>
      </p:sp>
      <p:pic>
        <p:nvPicPr>
          <p:cNvPr descr="Group of students talking" id="250" name="Google Shape;250;p32" title="2019_PSU_SpringLifestyle_D1_92.jp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6117" l="0" r="0" t="6125"/>
          <a:stretch/>
        </p:blipFill>
        <p:spPr>
          <a:xfrm>
            <a:off x="5386199" y="0"/>
            <a:ext cx="3758098" cy="4941000"/>
          </a:xfrm>
          <a:prstGeom prst="rect">
            <a:avLst/>
          </a:prstGeom>
        </p:spPr>
      </p:pic>
      <p:sp>
        <p:nvSpPr>
          <p:cNvPr id="251" name="Google Shape;251;p32"/>
          <p:cNvSpPr txBox="1"/>
          <p:nvPr>
            <p:ph idx="12" type="sldNum"/>
          </p:nvPr>
        </p:nvSpPr>
        <p:spPr>
          <a:xfrm>
            <a:off x="8926942" y="4940953"/>
            <a:ext cx="225900" cy="393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3"/>
          <p:cNvSpPr txBox="1"/>
          <p:nvPr>
            <p:ph type="title"/>
          </p:nvPr>
        </p:nvSpPr>
        <p:spPr>
          <a:xfrm>
            <a:off x="432675" y="709550"/>
            <a:ext cx="3663900" cy="906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Headline, wide image and bulleted list</a:t>
            </a:r>
            <a:endParaRPr/>
          </a:p>
        </p:txBody>
      </p:sp>
      <p:sp>
        <p:nvSpPr>
          <p:cNvPr id="257" name="Google Shape;257;p33"/>
          <p:cNvSpPr txBox="1"/>
          <p:nvPr>
            <p:ph idx="1" type="subTitle"/>
          </p:nvPr>
        </p:nvSpPr>
        <p:spPr>
          <a:xfrm>
            <a:off x="442489" y="1903013"/>
            <a:ext cx="3599400" cy="7587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Short optional subheadline</a:t>
            </a:r>
            <a:endParaRPr/>
          </a:p>
        </p:txBody>
      </p:sp>
      <p:sp>
        <p:nvSpPr>
          <p:cNvPr id="258" name="Google Shape;258;p33"/>
          <p:cNvSpPr txBox="1"/>
          <p:nvPr>
            <p:ph idx="2" type="body"/>
          </p:nvPr>
        </p:nvSpPr>
        <p:spPr>
          <a:xfrm>
            <a:off x="442489" y="2842768"/>
            <a:ext cx="3599400" cy="2082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-243840" lvl="0" marL="18288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Bullet list item 1</a:t>
            </a:r>
            <a:endParaRPr/>
          </a:p>
          <a:p>
            <a:pPr indent="-243840" lvl="0" marL="18288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Bullet list item 2</a:t>
            </a:r>
            <a:endParaRPr/>
          </a:p>
          <a:p>
            <a:pPr indent="-243840" lvl="0" marL="18288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Bullet list item 3</a:t>
            </a:r>
            <a:endParaRPr/>
          </a:p>
          <a:p>
            <a:pPr indent="-243840" lvl="0" marL="18288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Bullet list item 4</a:t>
            </a:r>
            <a:endParaRPr/>
          </a:p>
          <a:p>
            <a:pPr indent="-243840" lvl="0" marL="18288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Bullet list item 5</a:t>
            </a:r>
            <a:endParaRPr/>
          </a:p>
        </p:txBody>
      </p:sp>
      <p:pic>
        <p:nvPicPr>
          <p:cNvPr descr="Group of students walking across a bridge" id="259" name="Google Shape;259;p33" title="20240530_PSU_098.jp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2417" r="2426" t="0"/>
          <a:stretch/>
        </p:blipFill>
        <p:spPr>
          <a:xfrm>
            <a:off x="4390625" y="905800"/>
            <a:ext cx="4753500" cy="3331800"/>
          </a:xfrm>
          <a:prstGeom prst="rect">
            <a:avLst/>
          </a:prstGeom>
        </p:spPr>
      </p:pic>
      <p:sp>
        <p:nvSpPr>
          <p:cNvPr id="260" name="Google Shape;260;p33"/>
          <p:cNvSpPr txBox="1"/>
          <p:nvPr>
            <p:ph idx="12" type="sldNum"/>
          </p:nvPr>
        </p:nvSpPr>
        <p:spPr>
          <a:xfrm>
            <a:off x="8926942" y="4938897"/>
            <a:ext cx="225900" cy="393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/>
          <p:nvPr>
            <p:ph type="title"/>
          </p:nvPr>
        </p:nvSpPr>
        <p:spPr>
          <a:xfrm>
            <a:off x="432675" y="709550"/>
            <a:ext cx="3638400" cy="463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Column 1 headline</a:t>
            </a:r>
            <a:endParaRPr/>
          </a:p>
        </p:txBody>
      </p:sp>
      <p:sp>
        <p:nvSpPr>
          <p:cNvPr id="266" name="Google Shape;266;p34"/>
          <p:cNvSpPr txBox="1"/>
          <p:nvPr>
            <p:ph idx="1" type="subTitle"/>
          </p:nvPr>
        </p:nvSpPr>
        <p:spPr>
          <a:xfrm>
            <a:off x="439375" y="2222003"/>
            <a:ext cx="3638400" cy="288900"/>
          </a:xfrm>
          <a:prstGeom prst="rect">
            <a:avLst/>
          </a:prstGeom>
        </p:spPr>
        <p:txBody>
          <a:bodyPr anchorCtr="0" anchor="b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Column 1 subheadline on two lines</a:t>
            </a:r>
            <a:endParaRPr/>
          </a:p>
        </p:txBody>
      </p:sp>
      <p:sp>
        <p:nvSpPr>
          <p:cNvPr id="267" name="Google Shape;267;p34"/>
          <p:cNvSpPr txBox="1"/>
          <p:nvPr>
            <p:ph idx="2" type="body"/>
          </p:nvPr>
        </p:nvSpPr>
        <p:spPr>
          <a:xfrm>
            <a:off x="439375" y="2631262"/>
            <a:ext cx="3638400" cy="2247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/>
              <a:t>Lorem ipsum dolor sit amet, consectetur adipiscing elit, sed do eiusmod tempor incididunt ut labore</a:t>
            </a:r>
            <a:r>
              <a:rPr lang="en-US"/>
              <a:t> et dolore magna aliqua</a:t>
            </a:r>
            <a:r>
              <a:rPr lang="en-US"/>
              <a:t>. </a:t>
            </a:r>
            <a:endParaRPr/>
          </a:p>
        </p:txBody>
      </p:sp>
      <p:sp>
        <p:nvSpPr>
          <p:cNvPr id="268" name="Google Shape;268;p34"/>
          <p:cNvSpPr txBox="1"/>
          <p:nvPr>
            <p:ph idx="3" type="title"/>
          </p:nvPr>
        </p:nvSpPr>
        <p:spPr>
          <a:xfrm>
            <a:off x="5097900" y="709550"/>
            <a:ext cx="3638400" cy="463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Column 2 headline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9" name="Google Shape;269;p34"/>
          <p:cNvSpPr txBox="1"/>
          <p:nvPr>
            <p:ph idx="4" type="subTitle"/>
          </p:nvPr>
        </p:nvSpPr>
        <p:spPr>
          <a:xfrm>
            <a:off x="5104600" y="2222003"/>
            <a:ext cx="3638400" cy="288900"/>
          </a:xfrm>
          <a:prstGeom prst="rect">
            <a:avLst/>
          </a:prstGeom>
        </p:spPr>
        <p:txBody>
          <a:bodyPr anchorCtr="0" anchor="b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Column 2 subheadline on two lines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0" name="Google Shape;270;p34"/>
          <p:cNvSpPr txBox="1"/>
          <p:nvPr>
            <p:ph idx="5" type="body"/>
          </p:nvPr>
        </p:nvSpPr>
        <p:spPr>
          <a:xfrm>
            <a:off x="5104600" y="2631262"/>
            <a:ext cx="3638400" cy="2247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/>
              <a:t>Lorem ipsum dolor sit amet, consectetur adipiscing elit, sed do eiusmod tempor incididunt ut labore et dolore magna aliqua. </a:t>
            </a:r>
            <a:endParaRPr/>
          </a:p>
        </p:txBody>
      </p:sp>
      <p:sp>
        <p:nvSpPr>
          <p:cNvPr id="271" name="Google Shape;271;p34"/>
          <p:cNvSpPr txBox="1"/>
          <p:nvPr>
            <p:ph idx="12" type="sldNum"/>
          </p:nvPr>
        </p:nvSpPr>
        <p:spPr>
          <a:xfrm>
            <a:off x="8926942" y="4938897"/>
            <a:ext cx="225900" cy="393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/>
          <p:nvPr>
            <p:ph type="title"/>
          </p:nvPr>
        </p:nvSpPr>
        <p:spPr>
          <a:xfrm>
            <a:off x="432675" y="709560"/>
            <a:ext cx="6529800" cy="8574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a one column copy page using headline, set on 2 lines</a:t>
            </a:r>
            <a:endParaRPr/>
          </a:p>
        </p:txBody>
      </p:sp>
      <p:sp>
        <p:nvSpPr>
          <p:cNvPr id="277" name="Google Shape;277;p35"/>
          <p:cNvSpPr txBox="1"/>
          <p:nvPr>
            <p:ph idx="1" type="subTitle"/>
          </p:nvPr>
        </p:nvSpPr>
        <p:spPr>
          <a:xfrm>
            <a:off x="445101" y="1847357"/>
            <a:ext cx="5310600" cy="500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Subhead on 1 column copy block</a:t>
            </a:r>
            <a:endParaRPr/>
          </a:p>
        </p:txBody>
      </p:sp>
      <p:sp>
        <p:nvSpPr>
          <p:cNvPr id="278" name="Google Shape;278;p35"/>
          <p:cNvSpPr txBox="1"/>
          <p:nvPr>
            <p:ph idx="2" type="body"/>
          </p:nvPr>
        </p:nvSpPr>
        <p:spPr>
          <a:xfrm>
            <a:off x="445100" y="2517213"/>
            <a:ext cx="5310600" cy="2082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Lorem ipsum dolor sit amet, consectetur adipiscing elit, sed do eiusmod tempor incididunt ut labore et dolore magna aliqua. Ut enim ad minim veniam, quis nostrud exercitation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5"/>
          <p:cNvSpPr txBox="1"/>
          <p:nvPr>
            <p:ph idx="12" type="sldNum"/>
          </p:nvPr>
        </p:nvSpPr>
        <p:spPr>
          <a:xfrm>
            <a:off x="8926942" y="4938897"/>
            <a:ext cx="225900" cy="393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 txBox="1"/>
          <p:nvPr>
            <p:ph type="title"/>
          </p:nvPr>
        </p:nvSpPr>
        <p:spPr>
          <a:xfrm>
            <a:off x="429722" y="1782684"/>
            <a:ext cx="3486900" cy="744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IMPACT WORD</a:t>
            </a:r>
            <a:endParaRPr sz="4500"/>
          </a:p>
        </p:txBody>
      </p:sp>
      <p:sp>
        <p:nvSpPr>
          <p:cNvPr id="285" name="Google Shape;285;p36"/>
          <p:cNvSpPr txBox="1"/>
          <p:nvPr>
            <p:ph idx="1" type="subTitle"/>
          </p:nvPr>
        </p:nvSpPr>
        <p:spPr>
          <a:xfrm>
            <a:off x="239522" y="2527208"/>
            <a:ext cx="3867300" cy="689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Lorem ipsum dolor sit amet</a:t>
            </a:r>
            <a:endParaRPr/>
          </a:p>
        </p:txBody>
      </p:sp>
      <p:sp>
        <p:nvSpPr>
          <p:cNvPr id="286" name="Google Shape;286;p36"/>
          <p:cNvSpPr txBox="1"/>
          <p:nvPr>
            <p:ph idx="2" type="body"/>
          </p:nvPr>
        </p:nvSpPr>
        <p:spPr>
          <a:xfrm>
            <a:off x="343472" y="3722650"/>
            <a:ext cx="3659400" cy="10434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800"/>
              </a:spcAft>
              <a:buNone/>
            </a:pPr>
            <a:r>
              <a:rPr lang="en-US"/>
              <a:t>Optional supporting copy</a:t>
            </a:r>
            <a:endParaRPr/>
          </a:p>
        </p:txBody>
      </p:sp>
      <p:sp>
        <p:nvSpPr>
          <p:cNvPr id="287" name="Google Shape;287;p36"/>
          <p:cNvSpPr txBox="1"/>
          <p:nvPr>
            <p:ph idx="3" type="title"/>
          </p:nvPr>
        </p:nvSpPr>
        <p:spPr>
          <a:xfrm>
            <a:off x="5114663" y="1782684"/>
            <a:ext cx="3486900" cy="744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IMPACT WORD</a:t>
            </a:r>
            <a:endParaRPr sz="4500"/>
          </a:p>
        </p:txBody>
      </p:sp>
      <p:sp>
        <p:nvSpPr>
          <p:cNvPr id="288" name="Google Shape;288;p36"/>
          <p:cNvSpPr txBox="1"/>
          <p:nvPr>
            <p:ph idx="4" type="subTitle"/>
          </p:nvPr>
        </p:nvSpPr>
        <p:spPr>
          <a:xfrm>
            <a:off x="4924463" y="2527208"/>
            <a:ext cx="3867300" cy="689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Lorem ipsum dolor sit amet</a:t>
            </a:r>
            <a:endParaRPr/>
          </a:p>
        </p:txBody>
      </p:sp>
      <p:sp>
        <p:nvSpPr>
          <p:cNvPr id="289" name="Google Shape;289;p36"/>
          <p:cNvSpPr txBox="1"/>
          <p:nvPr>
            <p:ph idx="5" type="body"/>
          </p:nvPr>
        </p:nvSpPr>
        <p:spPr>
          <a:xfrm>
            <a:off x="5028413" y="3722650"/>
            <a:ext cx="3659400" cy="10434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800"/>
              </a:spcAft>
              <a:buNone/>
            </a:pPr>
            <a:r>
              <a:rPr lang="en-US"/>
              <a:t>Optional supporting copy</a:t>
            </a:r>
            <a:endParaRPr/>
          </a:p>
        </p:txBody>
      </p:sp>
      <p:sp>
        <p:nvSpPr>
          <p:cNvPr id="290" name="Google Shape;290;p36"/>
          <p:cNvSpPr txBox="1"/>
          <p:nvPr>
            <p:ph idx="12" type="sldNum"/>
          </p:nvPr>
        </p:nvSpPr>
        <p:spPr>
          <a:xfrm>
            <a:off x="8926942" y="4938897"/>
            <a:ext cx="225900" cy="393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"/>
          <p:cNvSpPr txBox="1"/>
          <p:nvPr>
            <p:ph type="title"/>
          </p:nvPr>
        </p:nvSpPr>
        <p:spPr>
          <a:xfrm>
            <a:off x="432675" y="709550"/>
            <a:ext cx="4638600" cy="8574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Headline, subheadline bulleted list and image</a:t>
            </a:r>
            <a:endParaRPr/>
          </a:p>
        </p:txBody>
      </p:sp>
      <p:sp>
        <p:nvSpPr>
          <p:cNvPr id="296" name="Google Shape;296;p37"/>
          <p:cNvSpPr txBox="1"/>
          <p:nvPr>
            <p:ph idx="1" type="subTitle"/>
          </p:nvPr>
        </p:nvSpPr>
        <p:spPr>
          <a:xfrm>
            <a:off x="445101" y="1879057"/>
            <a:ext cx="5310600" cy="4140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Optional sub headline and image</a:t>
            </a:r>
            <a:endParaRPr/>
          </a:p>
        </p:txBody>
      </p:sp>
      <p:sp>
        <p:nvSpPr>
          <p:cNvPr id="297" name="Google Shape;297;p37"/>
          <p:cNvSpPr txBox="1"/>
          <p:nvPr>
            <p:ph idx="2" type="body"/>
          </p:nvPr>
        </p:nvSpPr>
        <p:spPr>
          <a:xfrm>
            <a:off x="445100" y="2550250"/>
            <a:ext cx="4557000" cy="2082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-243840" lvl="0" marL="18288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Bullet list item 1</a:t>
            </a:r>
            <a:endParaRPr/>
          </a:p>
          <a:p>
            <a:pPr indent="-243840" lvl="0" marL="18288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Bullet list item 2</a:t>
            </a:r>
            <a:endParaRPr/>
          </a:p>
          <a:p>
            <a:pPr indent="-243840" lvl="0" marL="18288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Bullet list item 3</a:t>
            </a:r>
            <a:endParaRPr/>
          </a:p>
          <a:p>
            <a:pPr indent="-243840" lvl="0" marL="18288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Bullet list item 4</a:t>
            </a:r>
            <a:endParaRPr/>
          </a:p>
          <a:p>
            <a:pPr indent="-243840" lvl="0" marL="18288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Bullet list item 5</a:t>
            </a:r>
            <a:endParaRPr/>
          </a:p>
        </p:txBody>
      </p:sp>
      <p:pic>
        <p:nvPicPr>
          <p:cNvPr descr="Two students working on engineering project" id="298" name="Google Shape;298;p37" title="20240521_PSU_184.jp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23812" r="23807" t="0"/>
          <a:stretch/>
        </p:blipFill>
        <p:spPr>
          <a:xfrm>
            <a:off x="5263875" y="0"/>
            <a:ext cx="3880202" cy="4941000"/>
          </a:xfrm>
          <a:prstGeom prst="rect">
            <a:avLst/>
          </a:prstGeom>
        </p:spPr>
      </p:pic>
      <p:sp>
        <p:nvSpPr>
          <p:cNvPr id="299" name="Google Shape;299;p37"/>
          <p:cNvSpPr txBox="1"/>
          <p:nvPr>
            <p:ph idx="12" type="sldNum"/>
          </p:nvPr>
        </p:nvSpPr>
        <p:spPr>
          <a:xfrm>
            <a:off x="8926942" y="4938897"/>
            <a:ext cx="225900" cy="393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type="title"/>
          </p:nvPr>
        </p:nvSpPr>
        <p:spPr>
          <a:xfrm>
            <a:off x="432675" y="473825"/>
            <a:ext cx="4408200" cy="8574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One column with two photos and list</a:t>
            </a:r>
            <a:endParaRPr/>
          </a:p>
        </p:txBody>
      </p:sp>
      <p:sp>
        <p:nvSpPr>
          <p:cNvPr id="305" name="Google Shape;305;p38"/>
          <p:cNvSpPr txBox="1"/>
          <p:nvPr>
            <p:ph idx="1" type="subTitle"/>
          </p:nvPr>
        </p:nvSpPr>
        <p:spPr>
          <a:xfrm>
            <a:off x="445100" y="1597107"/>
            <a:ext cx="4395900" cy="4140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Short optional subheader</a:t>
            </a:r>
            <a:endParaRPr/>
          </a:p>
        </p:txBody>
      </p:sp>
      <p:sp>
        <p:nvSpPr>
          <p:cNvPr id="306" name="Google Shape;306;p38"/>
          <p:cNvSpPr txBox="1"/>
          <p:nvPr>
            <p:ph idx="2" type="body"/>
          </p:nvPr>
        </p:nvSpPr>
        <p:spPr>
          <a:xfrm>
            <a:off x="459075" y="2366876"/>
            <a:ext cx="4395900" cy="6144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Lorem ipsum dolor sit amet, consectetur adipiscing elit, sed do eiusmod tempor incididunt</a:t>
            </a:r>
            <a:endParaRPr/>
          </a:p>
        </p:txBody>
      </p:sp>
      <p:sp>
        <p:nvSpPr>
          <p:cNvPr id="307" name="Google Shape;307;p38"/>
          <p:cNvSpPr txBox="1"/>
          <p:nvPr>
            <p:ph idx="3" type="body"/>
          </p:nvPr>
        </p:nvSpPr>
        <p:spPr>
          <a:xfrm>
            <a:off x="459075" y="3679703"/>
            <a:ext cx="4395900" cy="6144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-383381" lvl="0" marL="457200" rtl="0" algn="l">
              <a:spcBef>
                <a:spcPts val="0"/>
              </a:spcBef>
              <a:spcAft>
                <a:spcPts val="0"/>
              </a:spcAft>
              <a:buSzPts val="2438"/>
              <a:buChar char="•"/>
            </a:pPr>
            <a:r>
              <a:rPr lang="en-US"/>
              <a:t>Bullet item 1</a:t>
            </a:r>
            <a:endParaRPr/>
          </a:p>
          <a:p>
            <a:pPr indent="-383381" lvl="0" marL="457200" rtl="0" algn="l">
              <a:spcBef>
                <a:spcPts val="0"/>
              </a:spcBef>
              <a:spcAft>
                <a:spcPts val="0"/>
              </a:spcAft>
              <a:buSzPts val="2438"/>
              <a:buChar char="•"/>
            </a:pPr>
            <a:r>
              <a:rPr lang="en-US"/>
              <a:t>Bullet item 2</a:t>
            </a:r>
            <a:endParaRPr/>
          </a:p>
          <a:p>
            <a:pPr indent="-383381" lvl="0" marL="457200" rtl="0" algn="l">
              <a:spcBef>
                <a:spcPts val="0"/>
              </a:spcBef>
              <a:spcAft>
                <a:spcPts val="0"/>
              </a:spcAft>
              <a:buSzPts val="2438"/>
              <a:buChar char="•"/>
            </a:pPr>
            <a:r>
              <a:rPr lang="en-US"/>
              <a:t>Bullet item 3</a:t>
            </a:r>
            <a:endParaRPr/>
          </a:p>
        </p:txBody>
      </p:sp>
      <p:pic>
        <p:nvPicPr>
          <p:cNvPr descr="Student building a robot" id="308" name="Google Shape;308;p38" title="20240521_PSU_144.jpg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0" l="3855" r="0" t="12755"/>
          <a:stretch/>
        </p:blipFill>
        <p:spPr>
          <a:xfrm>
            <a:off x="5372575" y="0"/>
            <a:ext cx="3763502" cy="2277901"/>
          </a:xfrm>
          <a:prstGeom prst="rect">
            <a:avLst/>
          </a:prstGeom>
        </p:spPr>
      </p:pic>
      <p:pic>
        <p:nvPicPr>
          <p:cNvPr descr="Three students collaborating" id="309" name="Google Shape;309;p38" title="20240521_PSU_036.jpg"/>
          <p:cNvPicPr preferRelativeResize="0"/>
          <p:nvPr>
            <p:ph idx="5" type="pic"/>
          </p:nvPr>
        </p:nvPicPr>
        <p:blipFill rotWithShape="1">
          <a:blip r:embed="rId4">
            <a:alphaModFix/>
          </a:blip>
          <a:srcRect b="18236" l="2981" r="1790" t="40847"/>
          <a:stretch/>
        </p:blipFill>
        <p:spPr>
          <a:xfrm>
            <a:off x="5372575" y="2399400"/>
            <a:ext cx="3771601" cy="2429701"/>
          </a:xfrm>
          <a:prstGeom prst="rect">
            <a:avLst/>
          </a:prstGeom>
        </p:spPr>
      </p:pic>
      <p:sp>
        <p:nvSpPr>
          <p:cNvPr id="310" name="Google Shape;310;p38"/>
          <p:cNvSpPr txBox="1"/>
          <p:nvPr>
            <p:ph idx="12" type="sldNum"/>
          </p:nvPr>
        </p:nvSpPr>
        <p:spPr>
          <a:xfrm>
            <a:off x="8926942" y="4950603"/>
            <a:ext cx="225900" cy="393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9"/>
          <p:cNvSpPr txBox="1"/>
          <p:nvPr>
            <p:ph type="title"/>
          </p:nvPr>
        </p:nvSpPr>
        <p:spPr>
          <a:xfrm>
            <a:off x="432675" y="709550"/>
            <a:ext cx="4638600" cy="8574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Headline, subheadline bulleted list and image</a:t>
            </a:r>
            <a:endParaRPr/>
          </a:p>
        </p:txBody>
      </p:sp>
      <p:sp>
        <p:nvSpPr>
          <p:cNvPr id="316" name="Google Shape;316;p39"/>
          <p:cNvSpPr txBox="1"/>
          <p:nvPr>
            <p:ph idx="1" type="subTitle"/>
          </p:nvPr>
        </p:nvSpPr>
        <p:spPr>
          <a:xfrm>
            <a:off x="445101" y="1934925"/>
            <a:ext cx="5310600" cy="4140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Short s</a:t>
            </a:r>
            <a:r>
              <a:rPr lang="en-US"/>
              <a:t>ub headline and image</a:t>
            </a:r>
            <a:endParaRPr/>
          </a:p>
        </p:txBody>
      </p:sp>
      <p:sp>
        <p:nvSpPr>
          <p:cNvPr id="317" name="Google Shape;317;p39"/>
          <p:cNvSpPr txBox="1"/>
          <p:nvPr>
            <p:ph idx="2" type="body"/>
          </p:nvPr>
        </p:nvSpPr>
        <p:spPr>
          <a:xfrm>
            <a:off x="445100" y="2567218"/>
            <a:ext cx="4350900" cy="2082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-24384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Bullet list item 1</a:t>
            </a:r>
            <a:endParaRPr/>
          </a:p>
          <a:p>
            <a:pPr indent="-24384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Bullet list item 2</a:t>
            </a:r>
            <a:endParaRPr/>
          </a:p>
          <a:p>
            <a:pPr indent="-24384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Bullet list item 3</a:t>
            </a:r>
            <a:endParaRPr/>
          </a:p>
          <a:p>
            <a:pPr indent="-24384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Bullet list item 4</a:t>
            </a:r>
            <a:endParaRPr/>
          </a:p>
          <a:p>
            <a:pPr indent="-24384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Bullet list item 5</a:t>
            </a:r>
            <a:endParaRPr/>
          </a:p>
        </p:txBody>
      </p:sp>
      <p:pic>
        <p:nvPicPr>
          <p:cNvPr descr="Student walking down stairs" id="318" name="Google Shape;318;p39" title="20240521_PSU_086.jp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35329" r="14245" t="0"/>
          <a:stretch/>
        </p:blipFill>
        <p:spPr>
          <a:xfrm>
            <a:off x="5408300" y="0"/>
            <a:ext cx="3735598" cy="4941000"/>
          </a:xfrm>
          <a:prstGeom prst="rect">
            <a:avLst/>
          </a:prstGeom>
        </p:spPr>
      </p:pic>
      <p:sp>
        <p:nvSpPr>
          <p:cNvPr id="319" name="Google Shape;319;p39"/>
          <p:cNvSpPr txBox="1"/>
          <p:nvPr>
            <p:ph idx="12" type="sldNum"/>
          </p:nvPr>
        </p:nvSpPr>
        <p:spPr>
          <a:xfrm>
            <a:off x="8926950" y="4940951"/>
            <a:ext cx="225900" cy="465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0"/>
          <p:cNvSpPr txBox="1"/>
          <p:nvPr>
            <p:ph type="title"/>
          </p:nvPr>
        </p:nvSpPr>
        <p:spPr>
          <a:xfrm>
            <a:off x="429703" y="1782684"/>
            <a:ext cx="3486900" cy="744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IMPACT WORD</a:t>
            </a:r>
            <a:endParaRPr sz="4500"/>
          </a:p>
        </p:txBody>
      </p:sp>
      <p:sp>
        <p:nvSpPr>
          <p:cNvPr id="325" name="Google Shape;325;p40"/>
          <p:cNvSpPr txBox="1"/>
          <p:nvPr>
            <p:ph idx="1" type="subTitle"/>
          </p:nvPr>
        </p:nvSpPr>
        <p:spPr>
          <a:xfrm>
            <a:off x="239522" y="2527208"/>
            <a:ext cx="3867300" cy="689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Lorem ipsum dolor sit amet</a:t>
            </a:r>
            <a:endParaRPr/>
          </a:p>
        </p:txBody>
      </p:sp>
      <p:sp>
        <p:nvSpPr>
          <p:cNvPr id="326" name="Google Shape;326;p40"/>
          <p:cNvSpPr txBox="1"/>
          <p:nvPr>
            <p:ph idx="2" type="body"/>
          </p:nvPr>
        </p:nvSpPr>
        <p:spPr>
          <a:xfrm>
            <a:off x="875653" y="3722653"/>
            <a:ext cx="2595000" cy="652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Optional supporting copy</a:t>
            </a:r>
            <a:endParaRPr/>
          </a:p>
        </p:txBody>
      </p:sp>
      <p:pic>
        <p:nvPicPr>
          <p:cNvPr descr="Two people talking outside Providence Park" id="327" name="Google Shape;327;p40" title="20240530_PSU_266.jp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20393" r="20393" t="3902"/>
          <a:stretch/>
        </p:blipFill>
        <p:spPr>
          <a:xfrm>
            <a:off x="4568419" y="-7228"/>
            <a:ext cx="4575601" cy="4948198"/>
          </a:xfrm>
          <a:prstGeom prst="rect">
            <a:avLst/>
          </a:prstGeom>
        </p:spPr>
      </p:pic>
      <p:sp>
        <p:nvSpPr>
          <p:cNvPr id="328" name="Google Shape;328;p40"/>
          <p:cNvSpPr txBox="1"/>
          <p:nvPr>
            <p:ph idx="12" type="sldNum"/>
          </p:nvPr>
        </p:nvSpPr>
        <p:spPr>
          <a:xfrm>
            <a:off x="8926942" y="4940953"/>
            <a:ext cx="225900" cy="393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1"/>
          <p:cNvSpPr txBox="1"/>
          <p:nvPr>
            <p:ph type="title"/>
          </p:nvPr>
        </p:nvSpPr>
        <p:spPr>
          <a:xfrm>
            <a:off x="429703" y="1782684"/>
            <a:ext cx="3486900" cy="744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IMPACT WORD</a:t>
            </a:r>
            <a:endParaRPr sz="4500"/>
          </a:p>
        </p:txBody>
      </p:sp>
      <p:sp>
        <p:nvSpPr>
          <p:cNvPr id="334" name="Google Shape;334;p41"/>
          <p:cNvSpPr txBox="1"/>
          <p:nvPr>
            <p:ph idx="1" type="subTitle"/>
          </p:nvPr>
        </p:nvSpPr>
        <p:spPr>
          <a:xfrm>
            <a:off x="239522" y="2527208"/>
            <a:ext cx="3867300" cy="689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Lorem Ipsum Dolor Sit Amet</a:t>
            </a:r>
            <a:endParaRPr sz="2400"/>
          </a:p>
        </p:txBody>
      </p:sp>
      <p:sp>
        <p:nvSpPr>
          <p:cNvPr id="335" name="Google Shape;335;p41"/>
          <p:cNvSpPr txBox="1"/>
          <p:nvPr>
            <p:ph idx="2" type="body"/>
          </p:nvPr>
        </p:nvSpPr>
        <p:spPr>
          <a:xfrm>
            <a:off x="875653" y="3722653"/>
            <a:ext cx="2595000" cy="652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/>
              <a:t>Optional supporting copy</a:t>
            </a:r>
            <a:endParaRPr sz="1350"/>
          </a:p>
        </p:txBody>
      </p:sp>
      <p:pic>
        <p:nvPicPr>
          <p:cNvPr descr="Student taking a photograph" id="336" name="Google Shape;336;p41" title="20240521_PSU_337.jp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2107" l="22524" r="15801" t="2107"/>
          <a:stretch/>
        </p:blipFill>
        <p:spPr>
          <a:xfrm>
            <a:off x="4568419" y="-7228"/>
            <a:ext cx="4575601" cy="4948202"/>
          </a:xfrm>
          <a:prstGeom prst="rect">
            <a:avLst/>
          </a:prstGeom>
        </p:spPr>
      </p:pic>
      <p:sp>
        <p:nvSpPr>
          <p:cNvPr id="337" name="Google Shape;337;p41"/>
          <p:cNvSpPr txBox="1"/>
          <p:nvPr>
            <p:ph idx="12" type="sldNum"/>
          </p:nvPr>
        </p:nvSpPr>
        <p:spPr>
          <a:xfrm>
            <a:off x="8926942" y="4940953"/>
            <a:ext cx="225900" cy="393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63"/>
              <a:t>‹#›</a:t>
            </a:fld>
            <a:endParaRPr sz="863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2"/>
          <p:cNvSpPr txBox="1"/>
          <p:nvPr>
            <p:ph type="title"/>
          </p:nvPr>
        </p:nvSpPr>
        <p:spPr>
          <a:xfrm>
            <a:off x="215981" y="1049859"/>
            <a:ext cx="3986700" cy="21090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/>
              <a:t>“Impactful split page image and quote or large headline”</a:t>
            </a:r>
            <a:endParaRPr/>
          </a:p>
        </p:txBody>
      </p:sp>
      <p:sp>
        <p:nvSpPr>
          <p:cNvPr id="343" name="Google Shape;343;p42"/>
          <p:cNvSpPr txBox="1"/>
          <p:nvPr>
            <p:ph idx="1" type="body"/>
          </p:nvPr>
        </p:nvSpPr>
        <p:spPr>
          <a:xfrm>
            <a:off x="911794" y="3722653"/>
            <a:ext cx="2595000" cy="652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/>
              <a:t>O</a:t>
            </a:r>
            <a:r>
              <a:rPr lang="en-US" sz="1350"/>
              <a:t>ptional subhead, caption, </a:t>
            </a:r>
            <a:br>
              <a:rPr lang="en-US" sz="1350"/>
            </a:br>
            <a:r>
              <a:rPr lang="en-US" sz="1350"/>
              <a:t>or credit</a:t>
            </a:r>
            <a:endParaRPr sz="1350"/>
          </a:p>
        </p:txBody>
      </p:sp>
      <p:pic>
        <p:nvPicPr>
          <p:cNvPr descr="Students repairing a race car" id="344" name="Google Shape;344;p42" title="20240521_PSU_236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8141" r="30184" t="0"/>
          <a:stretch/>
        </p:blipFill>
        <p:spPr>
          <a:xfrm>
            <a:off x="4568419" y="-7228"/>
            <a:ext cx="4575601" cy="4948198"/>
          </a:xfrm>
          <a:prstGeom prst="rect">
            <a:avLst/>
          </a:prstGeom>
        </p:spPr>
      </p:pic>
      <p:sp>
        <p:nvSpPr>
          <p:cNvPr id="345" name="Google Shape;345;p42"/>
          <p:cNvSpPr txBox="1"/>
          <p:nvPr>
            <p:ph idx="12" type="sldNum"/>
          </p:nvPr>
        </p:nvSpPr>
        <p:spPr>
          <a:xfrm>
            <a:off x="8926942" y="4940953"/>
            <a:ext cx="225900" cy="393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mbolde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203920"/>
      </a:lt2>
      <a:accent1>
        <a:srgbClr val="6A7F10"/>
      </a:accent1>
      <a:accent2>
        <a:srgbClr val="C6D300"/>
      </a:accent2>
      <a:accent3>
        <a:srgbClr val="203920"/>
      </a:accent3>
      <a:accent4>
        <a:srgbClr val="008AC1"/>
      </a:accent4>
      <a:accent5>
        <a:srgbClr val="E54827"/>
      </a:accent5>
      <a:accent6>
        <a:srgbClr val="8A8A66"/>
      </a:accent6>
      <a:hlink>
        <a:srgbClr val="008AC1"/>
      </a:hlink>
      <a:folHlink>
        <a:srgbClr val="F68A1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