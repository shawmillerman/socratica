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4"/>
    <p:sldMasterId id="214748367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y="13716000" cx="24384000"/>
  <p:notesSz cx="6858000" cy="9144000"/>
  <p:embeddedFontLst>
    <p:embeddedFont>
      <p:font typeface="Archivo Narrow"/>
      <p:regular r:id="rId57"/>
      <p:bold r:id="rId58"/>
      <p:italic r:id="rId59"/>
      <p:boldItalic r:id="rId60"/>
    </p:embeddedFont>
    <p:embeddedFont>
      <p:font typeface="Lato"/>
      <p:regular r:id="rId61"/>
      <p:bold r:id="rId62"/>
      <p:italic r:id="rId63"/>
      <p:boldItalic r:id="rId64"/>
    </p:embeddedFont>
    <p:embeddedFont>
      <p:font typeface="Helvetica Neue"/>
      <p:regular r:id="rId65"/>
      <p:bold r:id="rId66"/>
      <p:italic r:id="rId67"/>
      <p:boldItalic r:id="rId68"/>
    </p:embeddedFont>
    <p:embeddedFont>
      <p:font typeface="Helvetica Neue Light"/>
      <p:regular r:id="rId69"/>
      <p:bold r:id="rId70"/>
      <p:italic r:id="rId71"/>
      <p:boldItalic r:id="rId72"/>
    </p:embeddedFont>
    <p:embeddedFont>
      <p:font typeface="Oswald"/>
      <p:regular r:id="rId73"/>
      <p:bold r:id="rId74"/>
    </p:embeddedFont>
    <p:embeddedFont>
      <p:font typeface="Archivo"/>
      <p:regular r:id="rId75"/>
      <p:bold r:id="rId76"/>
      <p:italic r:id="rId77"/>
      <p:boldItalic r:id="rId7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40A5E43-AB6B-4669-80AF-36288419E9FA}">
  <a:tblStyle styleId="{740A5E43-AB6B-4669-80AF-36288419E9F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Oswald-regular.fntdata"/><Relationship Id="rId72" Type="http://schemas.openxmlformats.org/officeDocument/2006/relationships/font" Target="fonts/HelveticaNeueLight-boldItalic.fntdata"/><Relationship Id="rId31" Type="http://schemas.openxmlformats.org/officeDocument/2006/relationships/slide" Target="slides/slide25.xml"/><Relationship Id="rId75" Type="http://schemas.openxmlformats.org/officeDocument/2006/relationships/font" Target="fonts/Archivo-regular.fntdata"/><Relationship Id="rId30" Type="http://schemas.openxmlformats.org/officeDocument/2006/relationships/slide" Target="slides/slide24.xml"/><Relationship Id="rId74" Type="http://schemas.openxmlformats.org/officeDocument/2006/relationships/font" Target="fonts/Oswald-bold.fntdata"/><Relationship Id="rId33" Type="http://schemas.openxmlformats.org/officeDocument/2006/relationships/slide" Target="slides/slide27.xml"/><Relationship Id="rId77" Type="http://schemas.openxmlformats.org/officeDocument/2006/relationships/font" Target="fonts/Archivo-italic.fntdata"/><Relationship Id="rId32" Type="http://schemas.openxmlformats.org/officeDocument/2006/relationships/slide" Target="slides/slide26.xml"/><Relationship Id="rId76" Type="http://schemas.openxmlformats.org/officeDocument/2006/relationships/font" Target="fonts/Archivo-bold.fntdata"/><Relationship Id="rId35" Type="http://schemas.openxmlformats.org/officeDocument/2006/relationships/slide" Target="slides/slide29.xml"/><Relationship Id="rId34" Type="http://schemas.openxmlformats.org/officeDocument/2006/relationships/slide" Target="slides/slide28.xml"/><Relationship Id="rId78" Type="http://schemas.openxmlformats.org/officeDocument/2006/relationships/font" Target="fonts/Archivo-boldItalic.fntdata"/><Relationship Id="rId71" Type="http://schemas.openxmlformats.org/officeDocument/2006/relationships/font" Target="fonts/HelveticaNeueLight-italic.fntdata"/><Relationship Id="rId70" Type="http://schemas.openxmlformats.org/officeDocument/2006/relationships/font" Target="fonts/HelveticaNeueLight-bold.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Lato-bold.fntdata"/><Relationship Id="rId61" Type="http://schemas.openxmlformats.org/officeDocument/2006/relationships/font" Target="fonts/Lato-regular.fntdata"/><Relationship Id="rId20" Type="http://schemas.openxmlformats.org/officeDocument/2006/relationships/slide" Target="slides/slide14.xml"/><Relationship Id="rId64" Type="http://schemas.openxmlformats.org/officeDocument/2006/relationships/font" Target="fonts/Lato-boldItalic.fntdata"/><Relationship Id="rId63" Type="http://schemas.openxmlformats.org/officeDocument/2006/relationships/font" Target="fonts/Lato-italic.fntdata"/><Relationship Id="rId22" Type="http://schemas.openxmlformats.org/officeDocument/2006/relationships/slide" Target="slides/slide16.xml"/><Relationship Id="rId66" Type="http://schemas.openxmlformats.org/officeDocument/2006/relationships/font" Target="fonts/HelveticaNeue-bold.fntdata"/><Relationship Id="rId21" Type="http://schemas.openxmlformats.org/officeDocument/2006/relationships/slide" Target="slides/slide15.xml"/><Relationship Id="rId65" Type="http://schemas.openxmlformats.org/officeDocument/2006/relationships/font" Target="fonts/HelveticaNeue-regular.fntdata"/><Relationship Id="rId24" Type="http://schemas.openxmlformats.org/officeDocument/2006/relationships/slide" Target="slides/slide18.xml"/><Relationship Id="rId68" Type="http://schemas.openxmlformats.org/officeDocument/2006/relationships/font" Target="fonts/HelveticaNeue-boldItalic.fntdata"/><Relationship Id="rId23" Type="http://schemas.openxmlformats.org/officeDocument/2006/relationships/slide" Target="slides/slide17.xml"/><Relationship Id="rId67" Type="http://schemas.openxmlformats.org/officeDocument/2006/relationships/font" Target="fonts/HelveticaNeue-italic.fntdata"/><Relationship Id="rId60" Type="http://schemas.openxmlformats.org/officeDocument/2006/relationships/font" Target="fonts/ArchivoNarrow-boldItalic.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HelveticaNeueLight-regular.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ArchivoNarrow-regular.fntdata"/><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font" Target="fonts/ArchivoNarrow-italic.fntdata"/><Relationship Id="rId14" Type="http://schemas.openxmlformats.org/officeDocument/2006/relationships/slide" Target="slides/slide8.xml"/><Relationship Id="rId58" Type="http://schemas.openxmlformats.org/officeDocument/2006/relationships/font" Target="fonts/ArchivoNarrow-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1pPr>
            <a:lvl2pPr indent="-228600" lvl="1" marL="9144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2pPr>
            <a:lvl3pPr indent="-228600" lvl="2" marL="13716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3pPr>
            <a:lvl4pPr indent="-228600" lvl="3" marL="18288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4pPr>
            <a:lvl5pPr indent="-228600" lvl="4" marL="22860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5pPr>
            <a:lvl6pPr indent="-228600" lvl="5" marL="27432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6pPr>
            <a:lvl7pPr indent="-228600" lvl="6" marL="32004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7pPr>
            <a:lvl8pPr indent="-228600" lvl="7" marL="36576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8pPr>
            <a:lvl9pPr indent="-228600" lvl="8" marL="4114800" marR="0" rtl="0" algn="l">
              <a:lnSpc>
                <a:spcPct val="117999"/>
              </a:lnSpc>
              <a:spcBef>
                <a:spcPts val="0"/>
              </a:spcBef>
              <a:spcAft>
                <a:spcPts val="0"/>
              </a:spcAft>
              <a:buSzPts val="1400"/>
              <a:buNone/>
              <a:defRPr b="0" i="0" sz="2200" u="none" cap="none" strike="noStrike">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anvas.pdx.edu/courses/104180/pages/week-3-reading?module_item_id=4793793"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UhOtC7QoNS5FrRNK2HlOFNIXmKUtYBMy/edit?gid=944486538#gid=944486538"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uc2KSn3kUyhRZa12PuLigMd4-AAXs3jubojp30TeTk4/edit?gid=0#gid=0"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uc2KSn3kUyhRZa12PuLigMd4-AAXs3jubojp30TeTk4/edit?gid=0#gid=0"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ZWHo3VEw3ow"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8583739d6b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8583739d6b_0_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a:p>
            <a:pPr indent="0" lvl="0" marL="0" rtl="0" algn="l">
              <a:spcBef>
                <a:spcPts val="0"/>
              </a:spcBef>
              <a:spcAft>
                <a:spcPts val="0"/>
              </a:spcAft>
              <a:buNone/>
            </a:pPr>
            <a:r>
              <a:rPr lang="en-US" sz="1400"/>
              <a:t>This class was occupied entirely by the game, the project preview, announcements, and mostly Excel.</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US" sz="1400"/>
              <a:t>The in-class Excel vlookup exercise needs to have the instructions revised:</a:t>
            </a:r>
            <a:br>
              <a:rPr lang="en-US" sz="1400"/>
            </a:br>
            <a:r>
              <a:rPr lang="en-US" sz="1400"/>
              <a:t>1) Need to give example on question 1, so they know they don’t need to include the sheet reference…. ‘raw data’!A:B …replace with [A2, A:B(raw_data), 2, 0]</a:t>
            </a:r>
            <a:endParaRPr sz="1400"/>
          </a:p>
          <a:p>
            <a:pPr indent="0" lvl="0" marL="0" rtl="0" algn="l">
              <a:spcBef>
                <a:spcPts val="0"/>
              </a:spcBef>
              <a:spcAft>
                <a:spcPts val="0"/>
              </a:spcAft>
              <a:buNone/>
            </a:pPr>
            <a:r>
              <a:rPr lang="en-US" sz="1400"/>
              <a:t>2) Question 4 needs to rewritten entirely. You can’t do a logical test on strings. </a:t>
            </a:r>
            <a:br>
              <a:rPr lang="en-US" sz="1400"/>
            </a:br>
            <a:br>
              <a:rPr lang="en-US" sz="1400"/>
            </a:br>
            <a:r>
              <a:rPr lang="en-US" sz="1400"/>
              <a:t>Probably can move quicker through the overview stuff prior to Excel.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8c01ab3e31_0_2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g38c01ab3e31_0_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Today we’re </a:t>
            </a:r>
            <a:r>
              <a:rPr b="1" lang="en-US" sz="1100">
                <a:solidFill>
                  <a:schemeClr val="dk1"/>
                </a:solidFill>
                <a:latin typeface="Arial"/>
                <a:ea typeface="Arial"/>
                <a:cs typeface="Arial"/>
                <a:sym typeface="Arial"/>
              </a:rPr>
              <a:t>shifting "managerial lens"</a:t>
            </a:r>
            <a:r>
              <a:rPr lang="en-US" sz="1100">
                <a:solidFill>
                  <a:schemeClr val="dk1"/>
                </a:solidFill>
                <a:latin typeface="Arial"/>
                <a:ea typeface="Arial"/>
                <a:cs typeface="Arial"/>
                <a:sym typeface="Arial"/>
              </a:rPr>
              <a:t> toward one of the most powerful forces in the modern economy.</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Not loving Excel? </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Technology isn’t just about spreadsheets and data management. </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b="1" lang="en-US" sz="1100">
                <a:solidFill>
                  <a:schemeClr val="dk1"/>
                </a:solidFill>
                <a:latin typeface="Arial"/>
                <a:ea typeface="Arial"/>
                <a:cs typeface="Arial"/>
                <a:sym typeface="Arial"/>
              </a:rPr>
              <a:t>STRATEGY! </a:t>
            </a:r>
            <a:endParaRPr b="1" sz="11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b="1" lang="en-US" sz="1100">
                <a:solidFill>
                  <a:schemeClr val="dk1"/>
                </a:solidFill>
                <a:latin typeface="Arial"/>
                <a:ea typeface="Arial"/>
                <a:cs typeface="Arial"/>
                <a:sym typeface="Arial"/>
              </a:rPr>
              <a:t>Today</a:t>
            </a:r>
            <a:r>
              <a:rPr lang="en-US" sz="1100">
                <a:solidFill>
                  <a:schemeClr val="dk1"/>
                </a:solidFill>
                <a:latin typeface="Arial"/>
                <a:ea typeface="Arial"/>
                <a:cs typeface="Arial"/>
                <a:sym typeface="Arial"/>
              </a:rPr>
              <a:t>: why some companies untouchable </a:t>
            </a:r>
            <a:r>
              <a:rPr b="1" lang="en-US" sz="1100">
                <a:solidFill>
                  <a:schemeClr val="dk1"/>
                </a:solidFill>
                <a:latin typeface="Arial"/>
                <a:ea typeface="Arial"/>
                <a:cs typeface="Arial"/>
                <a:sym typeface="Arial"/>
              </a:rPr>
              <a:t>giants</a:t>
            </a:r>
            <a:r>
              <a:rPr lang="en-US" sz="1100">
                <a:solidFill>
                  <a:schemeClr val="dk1"/>
                </a:solidFill>
                <a:latin typeface="Arial"/>
                <a:ea typeface="Arial"/>
                <a:cs typeface="Arial"/>
                <a:sym typeface="Arial"/>
              </a:rPr>
              <a:t>… other companies </a:t>
            </a:r>
            <a:r>
              <a:rPr b="1" lang="en-US" sz="1100">
                <a:solidFill>
                  <a:schemeClr val="dk1"/>
                </a:solidFill>
                <a:latin typeface="Arial"/>
                <a:ea typeface="Arial"/>
                <a:cs typeface="Arial"/>
                <a:sym typeface="Arial"/>
              </a:rPr>
              <a:t>disappear…</a:t>
            </a:r>
            <a:r>
              <a:rPr lang="en-US" sz="1100">
                <a:solidFill>
                  <a:schemeClr val="dk1"/>
                </a:solidFill>
                <a:latin typeface="Arial"/>
                <a:ea typeface="Arial"/>
                <a:cs typeface="Arial"/>
                <a:sym typeface="Arial"/>
              </a:rPr>
              <a:t>. </a:t>
            </a:r>
            <a:endParaRPr sz="1100">
              <a:solidFill>
                <a:schemeClr val="dk1"/>
              </a:solidFill>
              <a:latin typeface="Arial"/>
              <a:ea typeface="Arial"/>
              <a:cs typeface="Arial"/>
              <a:sym typeface="Arial"/>
            </a:endParaRPr>
          </a:p>
          <a:p>
            <a:pPr indent="0" lvl="0" marL="0" rtl="0" algn="l">
              <a:spcBef>
                <a:spcPts val="0"/>
              </a:spcBef>
              <a:spcAft>
                <a:spcPts val="0"/>
              </a:spcAft>
              <a:buNone/>
            </a:pPr>
            <a:r>
              <a:t/>
            </a:r>
            <a:endParaRPr sz="1100"/>
          </a:p>
        </p:txBody>
      </p:sp>
      <p:sp>
        <p:nvSpPr>
          <p:cNvPr id="155" name="Google Shape;155;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4ed71bbb7c_0_6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u="sng">
                <a:solidFill>
                  <a:schemeClr val="hlink"/>
                </a:solidFill>
                <a:hlinkClick r:id="rId2"/>
              </a:rPr>
              <a:t>https://canvas.pdx.edu/courses/104180/pages/week-3-reading?module_item_id=4793793</a:t>
            </a:r>
            <a:endParaRPr sz="1100"/>
          </a:p>
          <a:p>
            <a:pPr indent="0" lvl="0" marL="0" rtl="0" algn="l">
              <a:spcBef>
                <a:spcPts val="0"/>
              </a:spcBef>
              <a:spcAft>
                <a:spcPts val="0"/>
              </a:spcAft>
              <a:buNone/>
            </a:pPr>
            <a:r>
              <a:t/>
            </a:r>
            <a:endParaRPr sz="1100"/>
          </a:p>
        </p:txBody>
      </p:sp>
      <p:sp>
        <p:nvSpPr>
          <p:cNvPr id="167" name="Google Shape;167;g34ed71bbb7c_0_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8c01ab3e31_0_1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Review Solution for SC2</a:t>
            </a:r>
            <a:endParaRPr sz="1100"/>
          </a:p>
          <a:p>
            <a:pPr indent="0" lvl="0" marL="0" rtl="0" algn="l">
              <a:spcBef>
                <a:spcPts val="0"/>
              </a:spcBef>
              <a:spcAft>
                <a:spcPts val="0"/>
              </a:spcAft>
              <a:buNone/>
            </a:pPr>
            <a:r>
              <a:rPr lang="en-US" sz="1100" u="sng">
                <a:solidFill>
                  <a:schemeClr val="hlink"/>
                </a:solidFill>
                <a:hlinkClick r:id="rId2"/>
              </a:rPr>
              <a:t>https://docs.google.com/spreadsheets/d/1UhOtC7QoNS5FrRNK2HlOFNIXmKUtYBMy/edit?gid=944486538#gid=944486538</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Martinez</a:t>
            </a:r>
            <a:endParaRPr sz="1100"/>
          </a:p>
        </p:txBody>
      </p:sp>
      <p:sp>
        <p:nvSpPr>
          <p:cNvPr id="173" name="Google Shape;173;g38c01ab3e31_0_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8ca43d3d83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a:t>CH2 </a:t>
            </a:r>
            <a:endParaRPr sz="1400"/>
          </a:p>
          <a:p>
            <a:pPr indent="0" lvl="0" marL="0" rtl="0" algn="l">
              <a:spcBef>
                <a:spcPts val="0"/>
              </a:spcBef>
              <a:spcAft>
                <a:spcPts val="0"/>
              </a:spcAft>
              <a:buNone/>
            </a:pPr>
            <a:r>
              <a:rPr lang="en-US" sz="1400"/>
              <a:t>Negative values for payment amount</a:t>
            </a:r>
            <a:endParaRPr sz="1400"/>
          </a:p>
        </p:txBody>
      </p:sp>
      <p:sp>
        <p:nvSpPr>
          <p:cNvPr id="183" name="Google Shape;183;g38ca43d3d83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d672338704_0_1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a:t>CH2</a:t>
            </a:r>
            <a:endParaRPr sz="1400"/>
          </a:p>
          <a:p>
            <a:pPr indent="0" lvl="0" marL="0" rtl="0" algn="l">
              <a:spcBef>
                <a:spcPts val="0"/>
              </a:spcBef>
              <a:spcAft>
                <a:spcPts val="0"/>
              </a:spcAft>
              <a:buNone/>
            </a:pPr>
            <a:r>
              <a:rPr lang="en-US" sz="1400"/>
              <a:t>Divide total spent by total income = 89% : Correct</a:t>
            </a:r>
            <a:endParaRPr sz="1400"/>
          </a:p>
          <a:p>
            <a:pPr indent="0" lvl="0" marL="0" rtl="0" algn="l">
              <a:spcBef>
                <a:spcPts val="0"/>
              </a:spcBef>
              <a:spcAft>
                <a:spcPts val="0"/>
              </a:spcAft>
              <a:buNone/>
            </a:pPr>
            <a:r>
              <a:rPr lang="en-US" sz="1400"/>
              <a:t>Copy formula down to divide savings/income. Incorrect. </a:t>
            </a:r>
            <a:endParaRPr sz="1400"/>
          </a:p>
          <a:p>
            <a:pPr indent="0" lvl="0" marL="0" rtl="0" algn="l">
              <a:spcBef>
                <a:spcPts val="0"/>
              </a:spcBef>
              <a:spcAft>
                <a:spcPts val="0"/>
              </a:spcAft>
              <a:buNone/>
            </a:pPr>
            <a:r>
              <a:rPr lang="en-US" sz="1400"/>
              <a:t>Relative reference instead of absolute</a:t>
            </a:r>
            <a:endParaRPr sz="1400"/>
          </a:p>
        </p:txBody>
      </p:sp>
      <p:sp>
        <p:nvSpPr>
          <p:cNvPr id="194" name="Google Shape;194;g3d672338704_0_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d672338704_0_2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a:t>PR2</a:t>
            </a:r>
            <a:endParaRPr sz="1400"/>
          </a:p>
          <a:p>
            <a:pPr indent="0" lvl="0" marL="0" rtl="0" algn="l">
              <a:spcBef>
                <a:spcPts val="0"/>
              </a:spcBef>
              <a:spcAft>
                <a:spcPts val="0"/>
              </a:spcAft>
              <a:buNone/>
            </a:pPr>
            <a:r>
              <a:rPr lang="en-US" sz="1400"/>
              <a:t>Hardcoding the annual profit instead of using references</a:t>
            </a:r>
            <a:endParaRPr sz="1400"/>
          </a:p>
        </p:txBody>
      </p:sp>
      <p:sp>
        <p:nvSpPr>
          <p:cNvPr id="206" name="Google Shape;206;g3d672338704_0_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d672338704_0_3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a:t>PR2 </a:t>
            </a:r>
            <a:endParaRPr sz="1400"/>
          </a:p>
          <a:p>
            <a:pPr indent="0" lvl="0" marL="0" rtl="0" algn="l">
              <a:spcBef>
                <a:spcPts val="0"/>
              </a:spcBef>
              <a:spcAft>
                <a:spcPts val="0"/>
              </a:spcAft>
              <a:buNone/>
            </a:pPr>
            <a:r>
              <a:rPr lang="en-US" sz="1400"/>
              <a:t>No need for SUM function in Annual Profit. Simplify </a:t>
            </a:r>
            <a:endParaRPr sz="1400"/>
          </a:p>
        </p:txBody>
      </p:sp>
      <p:sp>
        <p:nvSpPr>
          <p:cNvPr id="218" name="Google Shape;218;g3d672338704_0_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d672338704_0_4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a:t>No sum for percent occupied</a:t>
            </a:r>
            <a:endParaRPr sz="1400"/>
          </a:p>
          <a:p>
            <a:pPr indent="0" lvl="0" marL="0" rtl="0" algn="l">
              <a:spcBef>
                <a:spcPts val="0"/>
              </a:spcBef>
              <a:spcAft>
                <a:spcPts val="0"/>
              </a:spcAft>
              <a:buNone/>
            </a:pPr>
            <a:r>
              <a:t/>
            </a:r>
            <a:endParaRPr sz="1400"/>
          </a:p>
        </p:txBody>
      </p:sp>
      <p:sp>
        <p:nvSpPr>
          <p:cNvPr id="230" name="Google Shape;230;g3d672338704_0_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d672338704_0_5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400"/>
          </a:p>
        </p:txBody>
      </p:sp>
      <p:sp>
        <p:nvSpPr>
          <p:cNvPr id="241" name="Google Shape;241;g3d672338704_0_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d672338704_0_6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a:t>Didn’t subtract the downpayment </a:t>
            </a:r>
            <a:endParaRPr sz="1400"/>
          </a:p>
        </p:txBody>
      </p:sp>
      <p:sp>
        <p:nvSpPr>
          <p:cNvPr id="252" name="Google Shape;252;g3d672338704_0_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0b4803e382_0_9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g30b4803e382_0_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06deea767c_0_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400"/>
          </a:p>
        </p:txBody>
      </p:sp>
      <p:sp>
        <p:nvSpPr>
          <p:cNvPr id="268" name="Google Shape;268;g306deea767c_0_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94aee8a9f9_0_1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a:t>If A1 = 100 —- Do this – Otherwise…do that…</a:t>
            </a:r>
            <a:endParaRPr sz="1400"/>
          </a:p>
        </p:txBody>
      </p:sp>
      <p:sp>
        <p:nvSpPr>
          <p:cNvPr id="280" name="Google Shape;280;g394aee8a9f9_0_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94aee8a9f9_0_4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u="sng">
                <a:solidFill>
                  <a:schemeClr val="hlink"/>
                </a:solidFill>
                <a:hlinkClick r:id="rId2"/>
              </a:rPr>
              <a:t>https://docs.google.com/spreadsheets/d/1uc2KSn3kUyhRZa12PuLigMd4-AAXs3jubojp30TeTk4/edit?gid=0#gid=0</a:t>
            </a:r>
            <a:endParaRPr sz="1400"/>
          </a:p>
          <a:p>
            <a:pPr indent="0" lvl="0" marL="0" rtl="0" algn="l">
              <a:spcBef>
                <a:spcPts val="0"/>
              </a:spcBef>
              <a:spcAft>
                <a:spcPts val="0"/>
              </a:spcAft>
              <a:buNone/>
            </a:pPr>
            <a:r>
              <a:t/>
            </a:r>
            <a:endParaRPr sz="1400"/>
          </a:p>
        </p:txBody>
      </p:sp>
      <p:sp>
        <p:nvSpPr>
          <p:cNvPr id="293" name="Google Shape;293;g394aee8a9f9_0_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h139996e8ad4b4af5_3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Demo 1: set columns in 2nd argument to A:G</a:t>
            </a:r>
            <a:endParaRPr sz="1100"/>
          </a:p>
          <a:p>
            <a:pPr indent="0" lvl="0" marL="0" rtl="0" algn="l">
              <a:spcBef>
                <a:spcPts val="0"/>
              </a:spcBef>
              <a:spcAft>
                <a:spcPts val="0"/>
              </a:spcAft>
              <a:buNone/>
            </a:pPr>
            <a:r>
              <a:rPr lang="en-US" sz="1100"/>
              <a:t>Demo 2: manually set the column range in 2nd argument to force relative reference error that needs to be updated to absolute</a:t>
            </a:r>
            <a:endParaRPr sz="1100"/>
          </a:p>
        </p:txBody>
      </p:sp>
      <p:sp>
        <p:nvSpPr>
          <p:cNvPr id="305" name="Google Shape;305;h139996e8ad4b4af5_3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94aee8a9f9_0_6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400"/>
          </a:p>
        </p:txBody>
      </p:sp>
      <p:sp>
        <p:nvSpPr>
          <p:cNvPr id="310" name="Google Shape;310;g394aee8a9f9_0_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h45af2e87788d6049_1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Demo 1: set </a:t>
            </a:r>
            <a:r>
              <a:rPr lang="en-US" sz="1100"/>
              <a:t>columns</a:t>
            </a:r>
            <a:r>
              <a:rPr lang="en-US" sz="1100"/>
              <a:t> in 2nd argument to A:G</a:t>
            </a:r>
            <a:endParaRPr sz="1100"/>
          </a:p>
          <a:p>
            <a:pPr indent="0" lvl="0" marL="0" rtl="0" algn="l">
              <a:spcBef>
                <a:spcPts val="0"/>
              </a:spcBef>
              <a:spcAft>
                <a:spcPts val="0"/>
              </a:spcAft>
              <a:buNone/>
            </a:pPr>
            <a:r>
              <a:rPr lang="en-US" sz="1100"/>
              <a:t>Force relative reference error in demo 2</a:t>
            </a:r>
            <a:endParaRPr sz="1100"/>
          </a:p>
        </p:txBody>
      </p:sp>
      <p:sp>
        <p:nvSpPr>
          <p:cNvPr id="321" name="Google Shape;321;h45af2e87788d6049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8ca43d3d83_0_3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400"/>
          </a:p>
        </p:txBody>
      </p:sp>
      <p:sp>
        <p:nvSpPr>
          <p:cNvPr id="326" name="Google Shape;326;g38ca43d3d83_0_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94aee8a9f9_0_2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457200" rtl="0" algn="l">
              <a:spcBef>
                <a:spcPts val="0"/>
              </a:spcBef>
              <a:spcAft>
                <a:spcPts val="0"/>
              </a:spcAft>
              <a:buNone/>
            </a:pPr>
            <a:r>
              <a:t/>
            </a:r>
            <a:endParaRPr sz="1100"/>
          </a:p>
          <a:p>
            <a:pPr indent="0" lvl="0" marL="0" rtl="0" algn="l">
              <a:spcBef>
                <a:spcPts val="0"/>
              </a:spcBef>
              <a:spcAft>
                <a:spcPts val="0"/>
              </a:spcAft>
              <a:buNone/>
            </a:pPr>
            <a:r>
              <a:t/>
            </a:r>
            <a:endParaRPr sz="1100"/>
          </a:p>
        </p:txBody>
      </p:sp>
      <p:sp>
        <p:nvSpPr>
          <p:cNvPr id="341" name="Google Shape;341;g394aee8a9f9_0_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8d56941e08_0_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298450" lvl="0" marL="457200" rtl="0" algn="l">
              <a:spcBef>
                <a:spcPts val="0"/>
              </a:spcBef>
              <a:spcAft>
                <a:spcPts val="0"/>
              </a:spcAft>
              <a:buSzPts val="1100"/>
              <a:buAutoNum type="arabicPeriod"/>
            </a:pPr>
            <a:r>
              <a:rPr lang="en-US" sz="1100"/>
              <a:t>DEMO</a:t>
            </a:r>
            <a:endParaRPr sz="1100"/>
          </a:p>
          <a:p>
            <a:pPr indent="-298450" lvl="1" marL="914400" rtl="0" algn="l">
              <a:spcBef>
                <a:spcPts val="0"/>
              </a:spcBef>
              <a:spcAft>
                <a:spcPts val="0"/>
              </a:spcAft>
              <a:buSzPts val="1100"/>
              <a:buAutoNum type="alphaLcPeriod"/>
            </a:pPr>
            <a:r>
              <a:rPr lang="en-US" sz="1100" u="sng">
                <a:solidFill>
                  <a:schemeClr val="hlink"/>
                </a:solidFill>
                <a:hlinkClick r:id="rId2"/>
              </a:rPr>
              <a:t>https://docs.google.com/spreadsheets/d/1uc2KSn3kUyhRZa12PuLigMd4-AAXs3jubojp30TeTk4/edit?gid=0#gid=0</a:t>
            </a:r>
            <a:endParaRPr sz="1100"/>
          </a:p>
          <a:p>
            <a:pPr indent="0" lvl="0" marL="914400" rtl="0" algn="l">
              <a:spcBef>
                <a:spcPts val="0"/>
              </a:spcBef>
              <a:spcAft>
                <a:spcPts val="0"/>
              </a:spcAft>
              <a:buNone/>
            </a:pPr>
            <a:r>
              <a:t/>
            </a:r>
            <a:endParaRPr sz="1100"/>
          </a:p>
        </p:txBody>
      </p:sp>
      <p:sp>
        <p:nvSpPr>
          <p:cNvPr id="354" name="Google Shape;354;g38d56941e08_0_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89f1d29542_0_13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p:txBody>
      </p:sp>
      <p:sp>
        <p:nvSpPr>
          <p:cNvPr id="375" name="Google Shape;375;g389f1d29542_0_1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2fa168ec9b5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g2fa168ec9b5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d67cfff7c5_0_1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The Architecture of Connectivity,' isn’t just  wires and Wi-Fi.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Strategic blueprint</a:t>
            </a:r>
            <a:endParaRPr sz="1100"/>
          </a:p>
          <a:p>
            <a:pPr indent="0" lvl="0" marL="0" rtl="0" algn="l">
              <a:spcBef>
                <a:spcPts val="0"/>
              </a:spcBef>
              <a:spcAft>
                <a:spcPts val="0"/>
              </a:spcAft>
              <a:buNone/>
            </a:pPr>
            <a:r>
              <a:rPr lang="en-US" sz="1100"/>
              <a:t>Weave itself into daily lives of millions.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In tech, the best product doesn't always win.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WHO WINS: Product that connects the most people and creates the most value through those connections DOMINATES</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Apple, Microsoft, and Roblox aren't just companies. </a:t>
            </a:r>
            <a:endParaRPr sz="1100"/>
          </a:p>
          <a:p>
            <a:pPr indent="0" lvl="0" marL="0" rtl="0" algn="l">
              <a:spcBef>
                <a:spcPts val="0"/>
              </a:spcBef>
              <a:spcAft>
                <a:spcPts val="0"/>
              </a:spcAft>
              <a:buNone/>
            </a:pPr>
            <a:r>
              <a:rPr b="1" lang="en-US" sz="1100"/>
              <a:t>Ecosystems</a:t>
            </a:r>
            <a:r>
              <a:rPr lang="en-US" sz="1100"/>
              <a:t>.</a:t>
            </a:r>
            <a:endParaRPr sz="1100"/>
          </a:p>
        </p:txBody>
      </p:sp>
      <p:sp>
        <p:nvSpPr>
          <p:cNvPr id="395" name="Google Shape;395;g3d67cfff7c5_0_1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d67cfff7c5_0_1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At the heart of Network Effects: Metcalfs Law</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Alexander Graham Bell invents the phone</a:t>
            </a:r>
            <a:endParaRPr sz="1100"/>
          </a:p>
          <a:p>
            <a:pPr indent="0" lvl="0" marL="0" rtl="0" algn="l">
              <a:spcBef>
                <a:spcPts val="0"/>
              </a:spcBef>
              <a:spcAft>
                <a:spcPts val="0"/>
              </a:spcAft>
              <a:buNone/>
            </a:pPr>
            <a:r>
              <a:rPr lang="en-US" sz="1100"/>
              <a:t>Who did he call?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Value of phone? </a:t>
            </a:r>
            <a:endParaRPr sz="1100"/>
          </a:p>
          <a:p>
            <a:pPr indent="0" lvl="0" marL="0" rtl="0" algn="l">
              <a:spcBef>
                <a:spcPts val="0"/>
              </a:spcBef>
              <a:spcAft>
                <a:spcPts val="0"/>
              </a:spcAft>
              <a:buNone/>
            </a:pPr>
            <a:r>
              <a:rPr lang="en-US" sz="1100"/>
              <a:t>Each new person that (plugs into network) adds a phone line, increases the value.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Also, behind standards like WIFI, Bluetooth, HTTP</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Value Curve: scales exponentially, not linear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Where does value come from? </a:t>
            </a:r>
            <a:endParaRPr sz="1100"/>
          </a:p>
        </p:txBody>
      </p:sp>
      <p:sp>
        <p:nvSpPr>
          <p:cNvPr id="400" name="Google Shape;400;g3d67cfff7c5_0_1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d67cfff7c5_0_1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30434"/>
              </a:lnSpc>
              <a:spcBef>
                <a:spcPts val="1500"/>
              </a:spcBef>
              <a:spcAft>
                <a:spcPts val="3300"/>
              </a:spcAft>
              <a:buNone/>
            </a:pPr>
            <a:r>
              <a:rPr b="1" lang="en-US" sz="1150">
                <a:solidFill>
                  <a:schemeClr val="dk1"/>
                </a:solidFill>
              </a:rPr>
              <a:t>Exchange</a:t>
            </a:r>
            <a:r>
              <a:rPr lang="en-US" sz="1150">
                <a:solidFill>
                  <a:schemeClr val="dk1"/>
                </a:solidFill>
              </a:rPr>
              <a:t>: ability for users to communicate or share with one another </a:t>
            </a:r>
            <a:br>
              <a:rPr lang="en-US" sz="1150">
                <a:solidFill>
                  <a:schemeClr val="dk1"/>
                </a:solidFill>
              </a:rPr>
            </a:br>
            <a:r>
              <a:rPr lang="en-US" sz="1150">
                <a:solidFill>
                  <a:schemeClr val="dk1"/>
                </a:solidFill>
              </a:rPr>
              <a:t>	Nintendo gaming console</a:t>
            </a:r>
            <a:br>
              <a:rPr lang="en-US" sz="1150">
                <a:solidFill>
                  <a:schemeClr val="dk1"/>
                </a:solidFill>
              </a:rPr>
            </a:br>
            <a:r>
              <a:rPr lang="en-US" sz="1150">
                <a:solidFill>
                  <a:schemeClr val="dk1"/>
                </a:solidFill>
              </a:rPr>
              <a:t>	Apple iOS - mobile operating system </a:t>
            </a:r>
            <a:br>
              <a:rPr lang="en-US" sz="1150">
                <a:solidFill>
                  <a:schemeClr val="dk1"/>
                </a:solidFill>
              </a:rPr>
            </a:br>
            <a:r>
              <a:rPr lang="en-US" sz="1150">
                <a:solidFill>
                  <a:schemeClr val="dk1"/>
                </a:solidFill>
              </a:rPr>
              <a:t>	</a:t>
            </a:r>
            <a:br>
              <a:rPr lang="en-US" sz="1150">
                <a:solidFill>
                  <a:schemeClr val="dk1"/>
                </a:solidFill>
              </a:rPr>
            </a:br>
            <a:r>
              <a:rPr b="1" lang="en-US" sz="1150">
                <a:solidFill>
                  <a:schemeClr val="dk1"/>
                </a:solidFill>
              </a:rPr>
              <a:t>Staying Power</a:t>
            </a:r>
            <a:r>
              <a:rPr lang="en-US" sz="1150">
                <a:solidFill>
                  <a:schemeClr val="dk1"/>
                </a:solidFill>
              </a:rPr>
              <a:t> = </a:t>
            </a:r>
            <a:r>
              <a:rPr lang="en-US" sz="1150">
                <a:solidFill>
                  <a:schemeClr val="dk1"/>
                </a:solidFill>
              </a:rPr>
              <a:t>Perceived </a:t>
            </a:r>
            <a:r>
              <a:rPr b="1" lang="en-US" sz="1150">
                <a:solidFill>
                  <a:schemeClr val="dk1"/>
                </a:solidFill>
              </a:rPr>
              <a:t>Longevity</a:t>
            </a:r>
            <a:r>
              <a:rPr lang="en-US" sz="1150">
                <a:solidFill>
                  <a:schemeClr val="dk1"/>
                </a:solidFill>
              </a:rPr>
              <a:t>. </a:t>
            </a:r>
            <a:br>
              <a:rPr lang="en-US" sz="1150">
                <a:solidFill>
                  <a:schemeClr val="dk1"/>
                </a:solidFill>
              </a:rPr>
            </a:br>
            <a:r>
              <a:rPr lang="en-US" sz="1150">
                <a:solidFill>
                  <a:schemeClr val="dk1"/>
                </a:solidFill>
              </a:rPr>
              <a:t>	Related to </a:t>
            </a:r>
            <a:r>
              <a:rPr b="1" lang="en-US" sz="1150">
                <a:solidFill>
                  <a:schemeClr val="dk1"/>
                </a:solidFill>
              </a:rPr>
              <a:t>switching costs</a:t>
            </a:r>
            <a:r>
              <a:rPr lang="en-US" sz="1150">
                <a:solidFill>
                  <a:schemeClr val="dk1"/>
                </a:solidFill>
              </a:rPr>
              <a:t> </a:t>
            </a:r>
            <a:br>
              <a:rPr lang="en-US" sz="1150">
                <a:solidFill>
                  <a:schemeClr val="dk1"/>
                </a:solidFill>
              </a:rPr>
            </a:br>
            <a:r>
              <a:rPr lang="en-US" sz="1150">
                <a:solidFill>
                  <a:schemeClr val="dk1"/>
                </a:solidFill>
              </a:rPr>
              <a:t>	</a:t>
            </a:r>
            <a:r>
              <a:rPr b="1" lang="en-US" sz="1150">
                <a:solidFill>
                  <a:schemeClr val="dk1"/>
                </a:solidFill>
              </a:rPr>
              <a:t>Pain </a:t>
            </a:r>
            <a:r>
              <a:rPr lang="en-US" sz="1150">
                <a:solidFill>
                  <a:schemeClr val="dk1"/>
                </a:solidFill>
              </a:rPr>
              <a:t>felt switching</a:t>
            </a:r>
            <a:br>
              <a:rPr lang="en-US" sz="1150">
                <a:solidFill>
                  <a:schemeClr val="dk1"/>
                </a:solidFill>
              </a:rPr>
            </a:br>
            <a:br>
              <a:rPr lang="en-US" sz="1150">
                <a:solidFill>
                  <a:schemeClr val="dk1"/>
                </a:solidFill>
              </a:rPr>
            </a:br>
            <a:r>
              <a:rPr b="1" lang="en-US" sz="1150">
                <a:solidFill>
                  <a:schemeClr val="dk1"/>
                </a:solidFill>
              </a:rPr>
              <a:t>Complimentary </a:t>
            </a:r>
            <a:r>
              <a:rPr lang="en-US" sz="1150">
                <a:solidFill>
                  <a:schemeClr val="dk1"/>
                </a:solidFill>
              </a:rPr>
              <a:t>Benefits</a:t>
            </a:r>
            <a:br>
              <a:rPr lang="en-US" sz="1150">
                <a:solidFill>
                  <a:schemeClr val="dk1"/>
                </a:solidFill>
              </a:rPr>
            </a:br>
            <a:r>
              <a:rPr lang="en-US" sz="1150">
                <a:solidFill>
                  <a:schemeClr val="dk1"/>
                </a:solidFill>
              </a:rPr>
              <a:t>	EXTRAS: </a:t>
            </a:r>
            <a:br>
              <a:rPr lang="en-US" sz="1150">
                <a:solidFill>
                  <a:schemeClr val="dk1"/>
                </a:solidFill>
              </a:rPr>
            </a:br>
            <a:r>
              <a:rPr lang="en-US" sz="1150">
                <a:solidFill>
                  <a:schemeClr val="dk1"/>
                </a:solidFill>
              </a:rPr>
              <a:t>	Game titles by 3rd party developers</a:t>
            </a:r>
            <a:br>
              <a:rPr lang="en-US" sz="1150">
                <a:solidFill>
                  <a:schemeClr val="dk1"/>
                </a:solidFill>
              </a:rPr>
            </a:br>
            <a:r>
              <a:rPr lang="en-US" sz="1150">
                <a:solidFill>
                  <a:schemeClr val="dk1"/>
                </a:solidFill>
              </a:rPr>
              <a:t>	App store + accessories (magsafe charger)</a:t>
            </a:r>
            <a:br>
              <a:rPr lang="en-US" sz="1150">
                <a:solidFill>
                  <a:schemeClr val="dk1"/>
                </a:solidFill>
              </a:rPr>
            </a:br>
            <a:br>
              <a:rPr lang="en-US" sz="1150">
                <a:solidFill>
                  <a:schemeClr val="dk1"/>
                </a:solidFill>
              </a:rPr>
            </a:br>
            <a:r>
              <a:rPr b="1" lang="en-US" sz="1150">
                <a:solidFill>
                  <a:schemeClr val="dk1"/>
                </a:solidFill>
              </a:rPr>
              <a:t>TRANSITION</a:t>
            </a:r>
            <a:r>
              <a:rPr lang="en-US" sz="1150">
                <a:solidFill>
                  <a:schemeClr val="dk1"/>
                </a:solidFill>
              </a:rPr>
              <a:t>: Use all three = Start becoming </a:t>
            </a:r>
            <a:r>
              <a:rPr b="1" lang="en-US" sz="1150">
                <a:solidFill>
                  <a:schemeClr val="dk1"/>
                </a:solidFill>
              </a:rPr>
              <a:t>PLATFORM </a:t>
            </a:r>
            <a:br>
              <a:rPr b="1" lang="en-US" sz="1150">
                <a:solidFill>
                  <a:schemeClr val="dk1"/>
                </a:solidFill>
              </a:rPr>
            </a:br>
            <a:r>
              <a:rPr b="1" lang="en-US" sz="1150">
                <a:solidFill>
                  <a:schemeClr val="dk1"/>
                </a:solidFill>
              </a:rPr>
              <a:t>OTHER PEOPLE HELP BUILD YOUR PRODUCT AND REVENUE</a:t>
            </a:r>
            <a:endParaRPr b="1" sz="1150">
              <a:solidFill>
                <a:schemeClr val="dk1"/>
              </a:solidFill>
            </a:endParaRPr>
          </a:p>
        </p:txBody>
      </p:sp>
      <p:sp>
        <p:nvSpPr>
          <p:cNvPr id="405" name="Google Shape;405;g3d67cfff7c5_0_1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d67cfff7c5_0_1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1100"/>
              <a:t>Example</a:t>
            </a:r>
            <a:r>
              <a:rPr lang="en-US" sz="1100"/>
              <a:t>: Roblox 30 billion valuation.</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Not just games. </a:t>
            </a:r>
            <a:endParaRPr sz="1100"/>
          </a:p>
          <a:p>
            <a:pPr indent="0" lvl="0" marL="0" rtl="0" algn="l">
              <a:spcBef>
                <a:spcPts val="0"/>
              </a:spcBef>
              <a:spcAft>
                <a:spcPts val="0"/>
              </a:spcAft>
              <a:buNone/>
            </a:pPr>
            <a:r>
              <a:rPr b="1" lang="en-US" sz="1100"/>
              <a:t>Platform </a:t>
            </a:r>
            <a:r>
              <a:rPr lang="en-US" sz="1100"/>
              <a:t>for others to make games.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Revenue sharing = harnessing creativing of millions.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More games = more players = more games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b="1" lang="en-US" sz="1100"/>
              <a:t>Virtuous Loop</a:t>
            </a:r>
            <a:endParaRPr b="1" sz="1100"/>
          </a:p>
          <a:p>
            <a:pPr indent="0" lvl="0" marL="0" rtl="0" algn="l">
              <a:spcBef>
                <a:spcPts val="0"/>
              </a:spcBef>
              <a:spcAft>
                <a:spcPts val="0"/>
              </a:spcAft>
              <a:buNone/>
            </a:pPr>
            <a:r>
              <a:t/>
            </a:r>
            <a:endParaRPr b="1" sz="1100"/>
          </a:p>
          <a:p>
            <a:pPr indent="0" lvl="0" marL="0" rtl="0" algn="l">
              <a:spcBef>
                <a:spcPts val="0"/>
              </a:spcBef>
              <a:spcAft>
                <a:spcPts val="0"/>
              </a:spcAft>
              <a:buNone/>
            </a:pPr>
            <a:r>
              <a:rPr b="1" lang="en-US" sz="1100"/>
              <a:t>TRANSITION: </a:t>
            </a:r>
            <a:r>
              <a:rPr lang="en-US" sz="1100"/>
              <a:t>Looked at Networks and their users. Different kinds of users. Who is talking to who? </a:t>
            </a:r>
            <a:endParaRPr sz="1100"/>
          </a:p>
        </p:txBody>
      </p:sp>
      <p:sp>
        <p:nvSpPr>
          <p:cNvPr id="412" name="Google Shape;412;g3d67cfff7c5_0_1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d67cfff7c5_0_1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228600" lvl="0" marL="457200" rtl="0" algn="l">
              <a:spcBef>
                <a:spcPts val="0"/>
              </a:spcBef>
              <a:spcAft>
                <a:spcPts val="0"/>
              </a:spcAft>
              <a:buSzPts val="1100"/>
              <a:buNone/>
            </a:pPr>
            <a:r>
              <a:rPr b="1" lang="en-US" sz="1100"/>
              <a:t>One-sided</a:t>
            </a:r>
            <a:r>
              <a:rPr lang="en-US" sz="1100"/>
              <a:t> =  simple </a:t>
            </a:r>
            <a:endParaRPr sz="1100"/>
          </a:p>
          <a:p>
            <a:pPr indent="-228600" lvl="0" marL="457200" rtl="0" algn="l">
              <a:spcBef>
                <a:spcPts val="0"/>
              </a:spcBef>
              <a:spcAft>
                <a:spcPts val="0"/>
              </a:spcAft>
              <a:buSzPts val="1100"/>
              <a:buNone/>
            </a:pPr>
            <a:r>
              <a:rPr b="1" lang="en-US" sz="1100"/>
              <a:t>Two-sided</a:t>
            </a:r>
            <a:r>
              <a:rPr lang="en-US" sz="1100"/>
              <a:t>: real complexity: EXAMPLE: Apple Pay, Uber, AirBnb</a:t>
            </a:r>
            <a:endParaRPr sz="1100"/>
          </a:p>
          <a:p>
            <a:pPr indent="-228600" lvl="1" marL="914400" rtl="0" algn="l">
              <a:spcBef>
                <a:spcPts val="0"/>
              </a:spcBef>
              <a:spcAft>
                <a:spcPts val="0"/>
              </a:spcAft>
              <a:buSzPts val="1100"/>
              <a:buNone/>
            </a:pPr>
            <a:r>
              <a:rPr lang="en-US" sz="1100"/>
              <a:t>Consumers</a:t>
            </a:r>
            <a:endParaRPr sz="1100"/>
          </a:p>
          <a:p>
            <a:pPr indent="-228600" lvl="1" marL="914400" rtl="0" algn="l">
              <a:spcBef>
                <a:spcPts val="0"/>
              </a:spcBef>
              <a:spcAft>
                <a:spcPts val="0"/>
              </a:spcAft>
              <a:buSzPts val="1100"/>
              <a:buNone/>
            </a:pPr>
            <a:r>
              <a:rPr lang="en-US" sz="1100"/>
              <a:t>Merchants</a:t>
            </a:r>
            <a:endParaRPr sz="1100"/>
          </a:p>
          <a:p>
            <a:pPr indent="-228600" lvl="1" marL="914400" rtl="0" algn="l">
              <a:spcBef>
                <a:spcPts val="0"/>
              </a:spcBef>
              <a:spcAft>
                <a:spcPts val="0"/>
              </a:spcAft>
              <a:buSzPts val="1100"/>
              <a:buNone/>
            </a:pPr>
            <a:r>
              <a:rPr lang="en-US" sz="1100"/>
              <a:t>Customers only use if merchants accept</a:t>
            </a:r>
            <a:endParaRPr sz="1100"/>
          </a:p>
          <a:p>
            <a:pPr indent="-228600" lvl="1" marL="914400" rtl="0" algn="l">
              <a:spcBef>
                <a:spcPts val="0"/>
              </a:spcBef>
              <a:spcAft>
                <a:spcPts val="0"/>
              </a:spcAft>
              <a:buSzPts val="1100"/>
              <a:buNone/>
            </a:pPr>
            <a:r>
              <a:rPr lang="en-US" sz="1100"/>
              <a:t>Merchants only accept if customer use </a:t>
            </a:r>
            <a:endParaRPr sz="1100"/>
          </a:p>
          <a:p>
            <a:pPr indent="0" lvl="0" marL="457200" rtl="0" algn="l">
              <a:spcBef>
                <a:spcPts val="0"/>
              </a:spcBef>
              <a:spcAft>
                <a:spcPts val="0"/>
              </a:spcAft>
              <a:buNone/>
            </a:pPr>
            <a:r>
              <a:t/>
            </a:r>
            <a:endParaRPr sz="1100"/>
          </a:p>
          <a:p>
            <a:pPr indent="0" lvl="0" marL="0" rtl="0" algn="l">
              <a:spcBef>
                <a:spcPts val="0"/>
              </a:spcBef>
              <a:spcAft>
                <a:spcPts val="0"/>
              </a:spcAft>
              <a:buNone/>
            </a:pPr>
            <a:r>
              <a:rPr b="1" lang="en-US" sz="1100"/>
              <a:t>Managers job for Two-Sided:</a:t>
            </a:r>
            <a:r>
              <a:rPr lang="en-US" sz="1100"/>
              <a:t> solve the chicken and egg problem.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TRANSITION: Solve it and gain the lead. </a:t>
            </a:r>
            <a:r>
              <a:rPr b="1" lang="en-US" sz="1100">
                <a:solidFill>
                  <a:schemeClr val="dk1"/>
                </a:solidFill>
              </a:rPr>
              <a:t>MOAT</a:t>
            </a:r>
            <a:br>
              <a:rPr lang="en-US" sz="1100"/>
            </a:br>
            <a:endParaRPr sz="1100"/>
          </a:p>
          <a:p>
            <a:pPr indent="0" lvl="0" marL="0" rtl="0" algn="l">
              <a:spcBef>
                <a:spcPts val="0"/>
              </a:spcBef>
              <a:spcAft>
                <a:spcPts val="0"/>
              </a:spcAft>
              <a:buNone/>
            </a:pPr>
            <a:r>
              <a:rPr lang="en-US" sz="1100"/>
              <a:t>Become a </a:t>
            </a:r>
            <a:r>
              <a:rPr b="1" lang="en-US" sz="1100"/>
              <a:t>GIANT. </a:t>
            </a:r>
            <a:r>
              <a:rPr lang="en-US" sz="1100"/>
              <a:t>Can they stay a giant? </a:t>
            </a:r>
            <a:endParaRPr sz="1100"/>
          </a:p>
          <a:p>
            <a:pPr indent="0" lvl="0" marL="457200" rtl="0" algn="l">
              <a:spcBef>
                <a:spcPts val="0"/>
              </a:spcBef>
              <a:spcAft>
                <a:spcPts val="0"/>
              </a:spcAft>
              <a:buNone/>
            </a:pPr>
            <a:r>
              <a:t/>
            </a:r>
            <a:endParaRPr sz="1100"/>
          </a:p>
        </p:txBody>
      </p:sp>
      <p:sp>
        <p:nvSpPr>
          <p:cNvPr id="417" name="Google Shape;417;g3d67cfff7c5_0_1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d67cfff7c5_0_1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1100"/>
              <a:t>Defenders playbook.</a:t>
            </a:r>
            <a:r>
              <a:rPr lang="en-US" sz="1100"/>
              <a:t>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Open AI leads AI </a:t>
            </a:r>
            <a:endParaRPr sz="1100"/>
          </a:p>
          <a:p>
            <a:pPr indent="0" lvl="0" marL="0" rtl="0" algn="l">
              <a:spcBef>
                <a:spcPts val="0"/>
              </a:spcBef>
              <a:spcAft>
                <a:spcPts val="0"/>
              </a:spcAft>
              <a:buNone/>
            </a:pPr>
            <a:r>
              <a:rPr lang="en-US" sz="1100"/>
              <a:t>Until few months ago </a:t>
            </a:r>
            <a:endParaRPr sz="1100"/>
          </a:p>
          <a:p>
            <a:pPr indent="0" lvl="0" marL="0" rtl="0" algn="l">
              <a:spcBef>
                <a:spcPts val="0"/>
              </a:spcBef>
              <a:spcAft>
                <a:spcPts val="0"/>
              </a:spcAft>
              <a:buNone/>
            </a:pPr>
            <a:r>
              <a:rPr lang="en-US" sz="1100"/>
              <a:t>Google Gemini and complimentary benefits </a:t>
            </a:r>
            <a:endParaRPr sz="1100"/>
          </a:p>
          <a:p>
            <a:pPr indent="0" lvl="0" marL="0" rtl="0" algn="l">
              <a:spcBef>
                <a:spcPts val="0"/>
              </a:spcBef>
              <a:spcAft>
                <a:spcPts val="0"/>
              </a:spcAft>
              <a:buNone/>
            </a:pPr>
            <a:r>
              <a:rPr lang="en-US" sz="1100"/>
              <a:t>Integrated with Gmail, Web browser. </a:t>
            </a:r>
            <a:br>
              <a:rPr lang="en-US" sz="1100"/>
            </a:br>
            <a:br>
              <a:rPr lang="en-US" sz="1100"/>
            </a:br>
            <a:r>
              <a:rPr b="1" lang="en-US" sz="1100"/>
              <a:t>How can a competitor enter? </a:t>
            </a:r>
            <a:endParaRPr b="1" sz="1100"/>
          </a:p>
        </p:txBody>
      </p:sp>
      <p:sp>
        <p:nvSpPr>
          <p:cNvPr id="422" name="Google Shape;422;g3d67cfff7c5_0_1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d67cfff7c5_0_1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Step 1: Eliminate</a:t>
            </a:r>
            <a:r>
              <a:rPr b="1" lang="en-US" sz="1100"/>
              <a:t> switching costs…</a:t>
            </a:r>
            <a:endParaRPr b="1"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But…</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What is the first pillar of Network Effects? Must provide </a:t>
            </a:r>
            <a:r>
              <a:rPr b="1" lang="en-US" sz="1100"/>
              <a:t>VALUE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p:txBody>
      </p:sp>
      <p:sp>
        <p:nvSpPr>
          <p:cNvPr id="427" name="Google Shape;427;g3d67cfff7c5_0_1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d67cfff7c5_0_1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228600" lvl="0" marL="457200" rtl="0" algn="l">
              <a:spcBef>
                <a:spcPts val="0"/>
              </a:spcBef>
              <a:spcAft>
                <a:spcPts val="0"/>
              </a:spcAft>
              <a:buSzPts val="1100"/>
              <a:buNone/>
            </a:pPr>
            <a:r>
              <a:rPr lang="en-US" sz="1100"/>
              <a:t>Viral: good chance you’re on social media because your friends invited you. Stay because they’re </a:t>
            </a:r>
            <a:r>
              <a:rPr lang="en-US" sz="1100"/>
              <a:t>still</a:t>
            </a:r>
            <a:r>
              <a:rPr lang="en-US" sz="1100"/>
              <a:t> there. </a:t>
            </a:r>
            <a:endParaRPr sz="1100"/>
          </a:p>
          <a:p>
            <a:pPr indent="-228600" lvl="0" marL="457200" rtl="0" algn="l">
              <a:spcBef>
                <a:spcPts val="0"/>
              </a:spcBef>
              <a:spcAft>
                <a:spcPts val="0"/>
              </a:spcAft>
              <a:buSzPts val="1100"/>
              <a:buNone/>
            </a:pPr>
            <a:r>
              <a:rPr lang="en-US" sz="1100"/>
              <a:t>Trust proxies </a:t>
            </a:r>
            <a:endParaRPr sz="1100"/>
          </a:p>
          <a:p>
            <a:pPr indent="-228600" lvl="0" marL="457200" rtl="0" algn="l">
              <a:spcBef>
                <a:spcPts val="0"/>
              </a:spcBef>
              <a:spcAft>
                <a:spcPts val="0"/>
              </a:spcAft>
              <a:buSzPts val="1100"/>
              <a:buNone/>
            </a:pPr>
            <a:r>
              <a:rPr lang="en-US" sz="1100"/>
              <a:t>Zoom requires someone else. Gmail required invite at first. </a:t>
            </a:r>
            <a:endParaRPr sz="1100"/>
          </a:p>
          <a:p>
            <a:pPr indent="-228600" lvl="0" marL="457200" rtl="0" algn="l">
              <a:spcBef>
                <a:spcPts val="0"/>
              </a:spcBef>
              <a:spcAft>
                <a:spcPts val="0"/>
              </a:spcAft>
              <a:buSzPts val="1100"/>
              <a:buNone/>
            </a:pPr>
            <a:r>
              <a:rPr lang="en-US" sz="1100"/>
              <a:t>Features that publish when a friend is taking action. Facebook + Spotify (“Alex is playing a song on spotify”) </a:t>
            </a:r>
            <a:endParaRPr sz="1100"/>
          </a:p>
          <a:p>
            <a:pPr indent="-228600" lvl="0" marL="457200" rtl="0" algn="l">
              <a:spcBef>
                <a:spcPts val="0"/>
              </a:spcBef>
              <a:spcAft>
                <a:spcPts val="0"/>
              </a:spcAft>
              <a:buSzPts val="1100"/>
              <a:buNone/>
            </a:pPr>
            <a:r>
              <a:rPr lang="en-US" sz="1100"/>
              <a:t> </a:t>
            </a:r>
            <a:br>
              <a:rPr lang="en-US" sz="1100"/>
            </a:br>
            <a:br>
              <a:rPr lang="en-US" sz="1100"/>
            </a:br>
            <a:r>
              <a:rPr lang="en-US" sz="1100">
                <a:solidFill>
                  <a:schemeClr val="dk1"/>
                </a:solidFill>
              </a:rPr>
              <a:t>Moving early matters in network markets: establish a lead in users, switching costs, and complementary products, hard to match.</a:t>
            </a:r>
            <a:endParaRPr sz="1100"/>
          </a:p>
          <a:p>
            <a:pPr indent="-228600" lvl="0" marL="457200" rtl="0" algn="l">
              <a:spcBef>
                <a:spcPts val="0"/>
              </a:spcBef>
              <a:spcAft>
                <a:spcPts val="0"/>
              </a:spcAft>
              <a:buSzPts val="1100"/>
              <a:buNone/>
            </a:pPr>
            <a:br>
              <a:rPr lang="en-US" sz="1100"/>
            </a:br>
            <a:r>
              <a:rPr b="1" lang="en-US" sz="1100"/>
              <a:t>Blue Ocean Strategy</a:t>
            </a:r>
            <a:r>
              <a:rPr lang="en-US" sz="1100"/>
              <a:t> </a:t>
            </a:r>
            <a:endParaRPr sz="1100"/>
          </a:p>
          <a:p>
            <a:pPr indent="-228600" lvl="0" marL="457200" rtl="0" algn="l">
              <a:spcBef>
                <a:spcPts val="0"/>
              </a:spcBef>
              <a:spcAft>
                <a:spcPts val="0"/>
              </a:spcAft>
              <a:buSzPts val="1100"/>
              <a:buNone/>
            </a:pPr>
            <a:r>
              <a:rPr lang="en-US" sz="1100"/>
              <a:t>Subsidize </a:t>
            </a:r>
            <a:endParaRPr sz="1100"/>
          </a:p>
          <a:p>
            <a:pPr indent="-228600" lvl="1" marL="914400" rtl="0" algn="l">
              <a:spcBef>
                <a:spcPts val="0"/>
              </a:spcBef>
              <a:spcAft>
                <a:spcPts val="0"/>
              </a:spcAft>
              <a:buSzPts val="1100"/>
              <a:buNone/>
            </a:pPr>
            <a:r>
              <a:rPr lang="en-US" sz="1100"/>
              <a:t>Coinbase </a:t>
            </a:r>
            <a:endParaRPr sz="1100"/>
          </a:p>
          <a:p>
            <a:pPr indent="-228600" lvl="1" marL="914400" rtl="0" algn="l">
              <a:spcBef>
                <a:spcPts val="0"/>
              </a:spcBef>
              <a:spcAft>
                <a:spcPts val="0"/>
              </a:spcAft>
              <a:buSzPts val="1100"/>
              <a:buNone/>
            </a:pPr>
            <a:r>
              <a:rPr lang="en-US" sz="1100"/>
              <a:t>Paypal $15 signup bonus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One more…</a:t>
            </a:r>
            <a:endParaRPr sz="1100"/>
          </a:p>
        </p:txBody>
      </p:sp>
      <p:sp>
        <p:nvSpPr>
          <p:cNvPr id="432" name="Google Shape;432;g3d67cfff7c5_0_1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d67cfff7c5_0_1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Who is this?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Eric Yuan: helped build WebEx and was Cisco’s WebEx VP of engineering, repeatedly heard, firsthand, of customer disappointment in the firm’s product. Yuan’s attempts to refocus Cisco on addressing customer dissatisfaction and growing the market led Yuan to leave Cisco and start Zoom, taking forty engineers with him. </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u="sng">
                <a:solidFill>
                  <a:schemeClr val="hlink"/>
                </a:solidFill>
                <a:hlinkClick r:id="rId2"/>
              </a:rPr>
              <a:t>https://www.youtube.com/watch?v=ZWHo3VEw3ow</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p:txBody>
      </p:sp>
      <p:sp>
        <p:nvSpPr>
          <p:cNvPr id="437" name="Google Shape;437;g3d67cfff7c5_0_1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d67cfff7c5_0_1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Zoom is market leader. They need to defend the lead.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Available tools. </a:t>
            </a:r>
            <a:endParaRPr/>
          </a:p>
        </p:txBody>
      </p:sp>
      <p:sp>
        <p:nvSpPr>
          <p:cNvPr id="442" name="Google Shape;442;g3d67cfff7c5_0_1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d67cfff7c5_0_1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t>Expansion through redefining the market. </a:t>
            </a:r>
            <a:endParaRPr sz="1100"/>
          </a:p>
          <a:p>
            <a:pPr indent="0" lvl="0" marL="0" rtl="0" algn="l">
              <a:spcBef>
                <a:spcPts val="0"/>
              </a:spcBef>
              <a:spcAft>
                <a:spcPts val="0"/>
              </a:spcAft>
              <a:buNone/>
            </a:pPr>
            <a:r>
              <a:rPr lang="en-US" sz="1100"/>
              <a:t>Apple and envelopment: </a:t>
            </a:r>
            <a:br>
              <a:rPr lang="en-US" sz="1100"/>
            </a:br>
            <a:br>
              <a:rPr lang="en-US" sz="1100"/>
            </a:br>
            <a:r>
              <a:rPr lang="en-US" sz="1100"/>
              <a:t>* Start with transaction fees</a:t>
            </a:r>
            <a:endParaRPr sz="1100"/>
          </a:p>
          <a:p>
            <a:pPr indent="-298450" lvl="0" marL="457200" rtl="0" algn="l">
              <a:spcBef>
                <a:spcPts val="0"/>
              </a:spcBef>
              <a:spcAft>
                <a:spcPts val="0"/>
              </a:spcAft>
              <a:buSzPts val="1100"/>
              <a:buChar char="●"/>
            </a:pPr>
            <a:r>
              <a:rPr lang="en-US" sz="1100"/>
              <a:t>Transaction fees</a:t>
            </a:r>
            <a:endParaRPr sz="1100"/>
          </a:p>
          <a:p>
            <a:pPr indent="-298450" lvl="0" marL="457200" rtl="0" algn="l">
              <a:spcBef>
                <a:spcPts val="0"/>
              </a:spcBef>
              <a:spcAft>
                <a:spcPts val="0"/>
              </a:spcAft>
              <a:buSzPts val="1100"/>
              <a:buChar char="●"/>
            </a:pPr>
            <a:r>
              <a:rPr lang="en-US" sz="1100"/>
              <a:t>Make their own card </a:t>
            </a:r>
            <a:endParaRPr sz="1100"/>
          </a:p>
          <a:p>
            <a:pPr indent="-298450" lvl="0" marL="457200" rtl="0" algn="l">
              <a:spcBef>
                <a:spcPts val="0"/>
              </a:spcBef>
              <a:spcAft>
                <a:spcPts val="0"/>
              </a:spcAft>
              <a:buSzPts val="1100"/>
              <a:buChar char="●"/>
            </a:pPr>
            <a:r>
              <a:rPr lang="en-US" sz="1100"/>
              <a:t>Buy now…</a:t>
            </a:r>
            <a:endParaRPr sz="1100"/>
          </a:p>
          <a:p>
            <a:pPr indent="-298450" lvl="0" marL="457200" rtl="0" algn="l">
              <a:spcBef>
                <a:spcPts val="0"/>
              </a:spcBef>
              <a:spcAft>
                <a:spcPts val="0"/>
              </a:spcAft>
              <a:buSzPts val="1100"/>
              <a:buChar char="●"/>
            </a:pPr>
            <a:r>
              <a:rPr lang="en-US" sz="1100"/>
              <a:t>High yield savings </a:t>
            </a:r>
            <a:endParaRPr sz="1100"/>
          </a:p>
          <a:p>
            <a:pPr indent="0" lvl="0" marL="0" rtl="0" algn="l">
              <a:spcBef>
                <a:spcPts val="0"/>
              </a:spcBef>
              <a:spcAft>
                <a:spcPts val="0"/>
              </a:spcAft>
              <a:buNone/>
            </a:pPr>
            <a:r>
              <a:rPr lang="en-US" sz="1100"/>
              <a:t>Also, see convergence from textbook. When two or more markets, once considered separate, combine. </a:t>
            </a:r>
            <a:endParaRPr sz="1100"/>
          </a:p>
          <a:p>
            <a:pPr indent="0" lvl="0" marL="0" rtl="0" algn="l">
              <a:spcBef>
                <a:spcPts val="0"/>
              </a:spcBef>
              <a:spcAft>
                <a:spcPts val="0"/>
              </a:spcAft>
              <a:buNone/>
            </a:pPr>
            <a:r>
              <a:rPr lang="en-US" sz="1100"/>
              <a:t>Apple example: Digital cameras, GPS, gaming devices, telephones, media players </a:t>
            </a:r>
            <a:endParaRPr sz="1100"/>
          </a:p>
        </p:txBody>
      </p:sp>
      <p:sp>
        <p:nvSpPr>
          <p:cNvPr id="447" name="Google Shape;447;g3d67cfff7c5_0_1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d67cfff7c5_0_1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100"/>
          </a:p>
        </p:txBody>
      </p:sp>
      <p:sp>
        <p:nvSpPr>
          <p:cNvPr id="452" name="Google Shape;452;g3d67cfff7c5_0_1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d67cfff7c5_0_1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30434"/>
              </a:lnSpc>
              <a:spcBef>
                <a:spcPts val="1500"/>
              </a:spcBef>
              <a:spcAft>
                <a:spcPts val="3300"/>
              </a:spcAft>
              <a:buNone/>
            </a:pPr>
            <a:r>
              <a:rPr lang="en-US" sz="1150">
                <a:solidFill>
                  <a:schemeClr val="dk1"/>
                </a:solidFill>
              </a:rPr>
              <a:t>Network effects are among the most powerful strategic resources that can be created by technology-based innovation. </a:t>
            </a:r>
            <a:br>
              <a:rPr lang="en-US" sz="1150">
                <a:solidFill>
                  <a:schemeClr val="dk1"/>
                </a:solidFill>
              </a:rPr>
            </a:br>
            <a:r>
              <a:rPr lang="en-US" sz="1150">
                <a:solidFill>
                  <a:schemeClr val="dk1"/>
                </a:solidFill>
              </a:rPr>
              <a:t>Early success isn’t a guarantee of future success</a:t>
            </a:r>
            <a:endParaRPr sz="1150">
              <a:solidFill>
                <a:schemeClr val="dk1"/>
              </a:solidFill>
            </a:endParaRPr>
          </a:p>
        </p:txBody>
      </p:sp>
      <p:sp>
        <p:nvSpPr>
          <p:cNvPr id="457" name="Google Shape;457;g3d67cfff7c5_0_1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2" name="Google Shape;462;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0b4803e382_0_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317500" lvl="0" marL="457200" rtl="0" algn="l">
              <a:spcBef>
                <a:spcPts val="0"/>
              </a:spcBef>
              <a:spcAft>
                <a:spcPts val="0"/>
              </a:spcAft>
              <a:buSzPts val="1400"/>
              <a:buChar char="●"/>
            </a:pPr>
            <a:r>
              <a:rPr lang="en-US" sz="1400"/>
              <a:t>You want the products you use to be popular. </a:t>
            </a:r>
            <a:endParaRPr sz="1400"/>
          </a:p>
          <a:p>
            <a:pPr indent="-317500" lvl="0" marL="457200" rtl="0" algn="l">
              <a:spcBef>
                <a:spcPts val="0"/>
              </a:spcBef>
              <a:spcAft>
                <a:spcPts val="0"/>
              </a:spcAft>
              <a:buSzPts val="1400"/>
              <a:buChar char="●"/>
            </a:pPr>
            <a:r>
              <a:rPr lang="en-US" sz="1400"/>
              <a:t>Why? e.g. </a:t>
            </a:r>
            <a:endParaRPr sz="1400"/>
          </a:p>
          <a:p>
            <a:pPr indent="-317500" lvl="1" marL="914400" rtl="0" algn="l">
              <a:spcBef>
                <a:spcPts val="0"/>
              </a:spcBef>
              <a:spcAft>
                <a:spcPts val="0"/>
              </a:spcAft>
              <a:buSzPts val="1400"/>
              <a:buChar char="○"/>
            </a:pPr>
            <a:r>
              <a:rPr lang="en-US" sz="1400"/>
              <a:t>Video games - more developers developing games for your console</a:t>
            </a:r>
            <a:endParaRPr sz="1400"/>
          </a:p>
          <a:p>
            <a:pPr indent="-317500" lvl="1" marL="914400" rtl="0" algn="l">
              <a:spcBef>
                <a:spcPts val="0"/>
              </a:spcBef>
              <a:spcAft>
                <a:spcPts val="0"/>
              </a:spcAft>
              <a:buSzPts val="1400"/>
              <a:buChar char="○"/>
            </a:pPr>
            <a:r>
              <a:rPr lang="en-US" sz="1400"/>
              <a:t>Kindle e-books vs. Nook e-readers, iPod vs. Zune music player, iOS and Android vs. Windows phones </a:t>
            </a:r>
            <a:endParaRPr sz="1400"/>
          </a:p>
          <a:p>
            <a:pPr indent="-317500" lvl="0" marL="457200" rtl="0" algn="l">
              <a:spcBef>
                <a:spcPts val="0"/>
              </a:spcBef>
              <a:spcAft>
                <a:spcPts val="0"/>
              </a:spcAft>
              <a:buSzPts val="1400"/>
              <a:buChar char="●"/>
            </a:pPr>
            <a:r>
              <a:rPr lang="en-US" sz="1400"/>
              <a:t>8 out of 10 most valuable companies benefit from Network effects</a:t>
            </a:r>
            <a:endParaRPr sz="1400"/>
          </a:p>
        </p:txBody>
      </p:sp>
      <p:sp>
        <p:nvSpPr>
          <p:cNvPr id="468" name="Google Shape;468;g30b4803e382_0_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4ed71bbb7c_0_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0" name="Google Shape;480;g34ed71bbb7c_0_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06deea767c_0_7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600"/>
              <a:t>Apple only plays nice with Apple </a:t>
            </a:r>
            <a:endParaRPr sz="1600"/>
          </a:p>
          <a:p>
            <a:pPr indent="0" lvl="0" marL="0" rtl="0" algn="l">
              <a:spcBef>
                <a:spcPts val="0"/>
              </a:spcBef>
              <a:spcAft>
                <a:spcPts val="0"/>
              </a:spcAft>
              <a:buNone/>
            </a:pPr>
            <a:r>
              <a:rPr lang="en-US" sz="1600"/>
              <a:t>More hardware choices</a:t>
            </a:r>
            <a:endParaRPr sz="1600"/>
          </a:p>
          <a:p>
            <a:pPr indent="0" lvl="0" marL="0" rtl="0" algn="l">
              <a:spcBef>
                <a:spcPts val="0"/>
              </a:spcBef>
              <a:spcAft>
                <a:spcPts val="0"/>
              </a:spcAft>
              <a:buNone/>
            </a:pPr>
            <a:r>
              <a:rPr lang="en-US" sz="1600"/>
              <a:t>Price options</a:t>
            </a:r>
            <a:endParaRPr sz="1600"/>
          </a:p>
          <a:p>
            <a:pPr indent="0" lvl="0" marL="0" rtl="0" algn="l">
              <a:spcBef>
                <a:spcPts val="0"/>
              </a:spcBef>
              <a:spcAft>
                <a:spcPts val="0"/>
              </a:spcAft>
              <a:buNone/>
            </a:pPr>
            <a:r>
              <a:rPr lang="en-US" sz="1600"/>
              <a:t>More control to customize</a:t>
            </a:r>
            <a:endParaRPr sz="1600"/>
          </a:p>
          <a:p>
            <a:pPr indent="0" lvl="0" marL="0" rtl="0" algn="l">
              <a:spcBef>
                <a:spcPts val="0"/>
              </a:spcBef>
              <a:spcAft>
                <a:spcPts val="0"/>
              </a:spcAft>
              <a:buNone/>
            </a:pPr>
            <a:r>
              <a:t/>
            </a:r>
            <a:endParaRPr sz="1600"/>
          </a:p>
        </p:txBody>
      </p:sp>
      <p:sp>
        <p:nvSpPr>
          <p:cNvPr id="492" name="Google Shape;492;g306deea767c_0_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085fe7b162_0_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500"/>
              <a:t>Two sides: FB posts, clicks, likes and Marketers who need the data, API between the two</a:t>
            </a:r>
            <a:endParaRPr sz="1500"/>
          </a:p>
        </p:txBody>
      </p:sp>
      <p:sp>
        <p:nvSpPr>
          <p:cNvPr id="504" name="Google Shape;504;g3085fe7b162_0_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06deea767c_0_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7" name="Google Shape;517;g306deea767c_0_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317500" lvl="0" marL="457200" rtl="0" algn="l">
              <a:lnSpc>
                <a:spcPct val="117999"/>
              </a:lnSpc>
              <a:spcBef>
                <a:spcPts val="0"/>
              </a:spcBef>
              <a:spcAft>
                <a:spcPts val="0"/>
              </a:spcAft>
              <a:buSzPts val="1400"/>
              <a:buChar char="●"/>
            </a:pPr>
            <a:r>
              <a:rPr lang="en-US" sz="1400"/>
              <a:t>Understanding key sources of Network value, look at structure of the network. </a:t>
            </a:r>
            <a:endParaRPr sz="1400"/>
          </a:p>
          <a:p>
            <a:pPr indent="-317500" lvl="0" marL="457200" rtl="0" algn="l">
              <a:lnSpc>
                <a:spcPct val="117999"/>
              </a:lnSpc>
              <a:spcBef>
                <a:spcPts val="0"/>
              </a:spcBef>
              <a:spcAft>
                <a:spcPts val="0"/>
              </a:spcAft>
              <a:buSzPts val="1400"/>
              <a:buChar char="●"/>
            </a:pPr>
            <a:r>
              <a:rPr lang="en-US" sz="1400"/>
              <a:t>Some networks derive value from one class of users</a:t>
            </a:r>
            <a:endParaRPr sz="1400"/>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0b4803e382_0_1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1" name="Google Shape;531;g30b4803e382_0_1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311150" lvl="0" marL="457200" rtl="0" algn="l">
              <a:lnSpc>
                <a:spcPct val="117999"/>
              </a:lnSpc>
              <a:spcBef>
                <a:spcPts val="0"/>
              </a:spcBef>
              <a:spcAft>
                <a:spcPts val="0"/>
              </a:spcAft>
              <a:buSzPts val="1300"/>
              <a:buChar char="●"/>
            </a:pPr>
            <a:r>
              <a:rPr lang="en-US" sz="1300"/>
              <a:t>Similar to same-side exchange benefits, two-sided market place is referred to as cross-side exchange benefits</a:t>
            </a:r>
            <a:endParaRPr sz="1300"/>
          </a:p>
          <a:p>
            <a:pPr indent="-311150" lvl="0" marL="457200" rtl="0" algn="l">
              <a:lnSpc>
                <a:spcPct val="117999"/>
              </a:lnSpc>
              <a:spcBef>
                <a:spcPts val="0"/>
              </a:spcBef>
              <a:spcAft>
                <a:spcPts val="0"/>
              </a:spcAft>
              <a:buSzPts val="1300"/>
              <a:buChar char="●"/>
            </a:pPr>
            <a:r>
              <a:rPr lang="en-US" sz="1300"/>
              <a:t>What about both? </a:t>
            </a:r>
            <a:endParaRPr sz="1300"/>
          </a:p>
          <a:p>
            <a:pPr indent="-311150" lvl="1" marL="914400" rtl="0" algn="l">
              <a:lnSpc>
                <a:spcPct val="117999"/>
              </a:lnSpc>
              <a:spcBef>
                <a:spcPts val="0"/>
              </a:spcBef>
              <a:spcAft>
                <a:spcPts val="0"/>
              </a:spcAft>
              <a:buSzPts val="1300"/>
              <a:buChar char="○"/>
            </a:pPr>
            <a:r>
              <a:rPr lang="en-US" sz="1300"/>
              <a:t>X-box console is two sided, connecting game developers and game players  </a:t>
            </a:r>
            <a:endParaRPr sz="1300"/>
          </a:p>
          <a:p>
            <a:pPr indent="-311150" lvl="1" marL="914400" rtl="0" algn="l">
              <a:lnSpc>
                <a:spcPct val="117999"/>
              </a:lnSpc>
              <a:spcBef>
                <a:spcPts val="0"/>
              </a:spcBef>
              <a:spcAft>
                <a:spcPts val="0"/>
              </a:spcAft>
              <a:buSzPts val="1300"/>
              <a:buChar char="○"/>
            </a:pPr>
            <a:r>
              <a:rPr lang="en-US" sz="1300"/>
              <a:t>Xbox live is a product that sells to players only, one-sided. </a:t>
            </a:r>
            <a:endParaRPr sz="1300"/>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0b4803e382_0_1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4" name="Google Shape;544;g30b4803e382_0_10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317500" lvl="0" marL="457200" rtl="0" algn="l">
              <a:lnSpc>
                <a:spcPct val="117999"/>
              </a:lnSpc>
              <a:spcBef>
                <a:spcPts val="0"/>
              </a:spcBef>
              <a:spcAft>
                <a:spcPts val="0"/>
              </a:spcAft>
              <a:buSzPts val="1400"/>
              <a:buChar char="●"/>
            </a:pPr>
            <a:r>
              <a:rPr lang="en-US" sz="1400"/>
              <a:t>Fierce because companies know the benefits.</a:t>
            </a:r>
            <a:endParaRPr sz="1400"/>
          </a:p>
          <a:p>
            <a:pPr indent="-317500" lvl="1" marL="914400" rtl="0" algn="l">
              <a:lnSpc>
                <a:spcPct val="117999"/>
              </a:lnSpc>
              <a:spcBef>
                <a:spcPts val="0"/>
              </a:spcBef>
              <a:spcAft>
                <a:spcPts val="0"/>
              </a:spcAft>
              <a:buSzPts val="1400"/>
              <a:buChar char="○"/>
            </a:pPr>
            <a:r>
              <a:rPr lang="en-US" sz="1400"/>
              <a:t>Difficulty breaking in </a:t>
            </a:r>
            <a:endParaRPr sz="1400"/>
          </a:p>
          <a:p>
            <a:pPr indent="-317500" lvl="1" marL="914400" rtl="0" algn="l">
              <a:lnSpc>
                <a:spcPct val="117999"/>
              </a:lnSpc>
              <a:spcBef>
                <a:spcPts val="0"/>
              </a:spcBef>
              <a:spcAft>
                <a:spcPts val="0"/>
              </a:spcAft>
              <a:buSzPts val="1400"/>
              <a:buChar char="○"/>
            </a:pPr>
            <a:r>
              <a:rPr lang="en-US" sz="1400"/>
              <a:t>Sticky products </a:t>
            </a:r>
            <a:endParaRPr sz="1400"/>
          </a:p>
          <a:p>
            <a:pPr indent="-317500" lvl="1" marL="914400" rtl="0" algn="l">
              <a:lnSpc>
                <a:spcPct val="117999"/>
              </a:lnSpc>
              <a:spcBef>
                <a:spcPts val="0"/>
              </a:spcBef>
              <a:spcAft>
                <a:spcPts val="0"/>
              </a:spcAft>
              <a:buSzPts val="1400"/>
              <a:buChar char="○"/>
            </a:pPr>
            <a:r>
              <a:rPr lang="en-US" sz="1400"/>
              <a:t>Cost of switching </a:t>
            </a:r>
            <a:endParaRPr sz="1400"/>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0b4803e382_0_1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4" name="Google Shape;554;g30b4803e382_0_13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0b4803e382_0_14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4" name="Google Shape;564;g30b4803e382_0_1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34cfcd3fe93_1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7" name="Google Shape;577;g34cfcd3fe93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4ae39873ec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8" name="Google Shape;588;g34ae39873ec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0b4803e382_0_12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3" name="Google Shape;593;g30b4803e382_0_1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type="title">
  <p:cSld name="TITLE">
    <p:spTree>
      <p:nvGrpSpPr>
        <p:cNvPr id="9" name="Shape 9"/>
        <p:cNvGrpSpPr/>
        <p:nvPr/>
      </p:nvGrpSpPr>
      <p:grpSpPr>
        <a:xfrm>
          <a:off x="0" y="0"/>
          <a:ext cx="0" cy="0"/>
          <a:chOff x="0" y="0"/>
          <a:chExt cx="0" cy="0"/>
        </a:xfrm>
      </p:grpSpPr>
      <p:sp>
        <p:nvSpPr>
          <p:cNvPr id="10" name="Google Shape;10;p2"/>
          <p:cNvSpPr txBox="1"/>
          <p:nvPr>
            <p:ph type="title"/>
          </p:nvPr>
        </p:nvSpPr>
        <p:spPr>
          <a:xfrm>
            <a:off x="1778000" y="2298700"/>
            <a:ext cx="20828000" cy="4648200"/>
          </a:xfrm>
          <a:prstGeom prst="rect">
            <a:avLst/>
          </a:prstGeom>
          <a:noFill/>
          <a:ln>
            <a:noFill/>
          </a:ln>
        </p:spPr>
        <p:txBody>
          <a:bodyPr anchorCtr="0" anchor="b" bIns="50800" lIns="50800" spcFirstLastPara="1" rIns="50800" wrap="square" tIns="50800">
            <a:noAutofit/>
          </a:bodyPr>
          <a:lstStyle>
            <a:lvl1pPr lvl="0" algn="ctr">
              <a:lnSpc>
                <a:spcPct val="100000"/>
              </a:lnSpc>
              <a:spcBef>
                <a:spcPts val="0"/>
              </a:spcBef>
              <a:spcAft>
                <a:spcPts val="0"/>
              </a:spcAft>
              <a:buClr>
                <a:srgbClr val="FFFFFF"/>
              </a:buClr>
              <a:buSzPts val="1800"/>
              <a:buNon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p:txBody>
      </p:sp>
      <p:sp>
        <p:nvSpPr>
          <p:cNvPr id="11" name="Google Shape;11;p2"/>
          <p:cNvSpPr txBox="1"/>
          <p:nvPr>
            <p:ph idx="1" type="body"/>
          </p:nvPr>
        </p:nvSpPr>
        <p:spPr>
          <a:xfrm>
            <a:off x="1778000" y="7073900"/>
            <a:ext cx="20828000" cy="1587500"/>
          </a:xfrm>
          <a:prstGeom prst="rect">
            <a:avLst/>
          </a:prstGeom>
          <a:noFill/>
          <a:ln>
            <a:noFill/>
          </a:ln>
        </p:spPr>
        <p:txBody>
          <a:bodyPr anchorCtr="0" anchor="t" bIns="50800" lIns="50800" spcFirstLastPara="1" rIns="50800" wrap="square" tIns="50800">
            <a:noAutofit/>
          </a:bodyPr>
          <a:lstStyle>
            <a:lvl1pPr indent="-228600" lvl="0" marL="457200" algn="ctr">
              <a:lnSpc>
                <a:spcPct val="100000"/>
              </a:lnSpc>
              <a:spcBef>
                <a:spcPts val="0"/>
              </a:spcBef>
              <a:spcAft>
                <a:spcPts val="0"/>
              </a:spcAft>
              <a:buClr>
                <a:srgbClr val="FFFFFF"/>
              </a:buClr>
              <a:buSzPts val="5400"/>
              <a:buFont typeface="Helvetica Neue"/>
              <a:buNone/>
              <a:defRPr sz="5400"/>
            </a:lvl1pPr>
            <a:lvl2pPr indent="-228600" lvl="1" marL="914400" algn="ctr">
              <a:lnSpc>
                <a:spcPct val="100000"/>
              </a:lnSpc>
              <a:spcBef>
                <a:spcPts val="0"/>
              </a:spcBef>
              <a:spcAft>
                <a:spcPts val="0"/>
              </a:spcAft>
              <a:buClr>
                <a:srgbClr val="FFFFFF"/>
              </a:buClr>
              <a:buSzPts val="5400"/>
              <a:buFont typeface="Helvetica Neue"/>
              <a:buNone/>
              <a:defRPr sz="5400"/>
            </a:lvl2pPr>
            <a:lvl3pPr indent="-228600" lvl="2" marL="1371600" algn="ctr">
              <a:lnSpc>
                <a:spcPct val="100000"/>
              </a:lnSpc>
              <a:spcBef>
                <a:spcPts val="0"/>
              </a:spcBef>
              <a:spcAft>
                <a:spcPts val="0"/>
              </a:spcAft>
              <a:buClr>
                <a:srgbClr val="FFFFFF"/>
              </a:buClr>
              <a:buSzPts val="5400"/>
              <a:buFont typeface="Helvetica Neue"/>
              <a:buNone/>
              <a:defRPr sz="5400"/>
            </a:lvl3pPr>
            <a:lvl4pPr indent="-228600" lvl="3" marL="1828800" algn="ctr">
              <a:lnSpc>
                <a:spcPct val="100000"/>
              </a:lnSpc>
              <a:spcBef>
                <a:spcPts val="0"/>
              </a:spcBef>
              <a:spcAft>
                <a:spcPts val="0"/>
              </a:spcAft>
              <a:buClr>
                <a:srgbClr val="FFFFFF"/>
              </a:buClr>
              <a:buSzPts val="5400"/>
              <a:buFont typeface="Helvetica Neue"/>
              <a:buNone/>
              <a:defRPr sz="5400"/>
            </a:lvl4pPr>
            <a:lvl5pPr indent="-228600" lvl="4" marL="2286000" algn="ctr">
              <a:lnSpc>
                <a:spcPct val="100000"/>
              </a:lnSpc>
              <a:spcBef>
                <a:spcPts val="0"/>
              </a:spcBef>
              <a:spcAft>
                <a:spcPts val="0"/>
              </a:spcAft>
              <a:buClr>
                <a:srgbClr val="FFFFFF"/>
              </a:buClr>
              <a:buSzPts val="5400"/>
              <a:buFont typeface="Helvetica Neue"/>
              <a:buNone/>
              <a:defRPr sz="5400"/>
            </a:lvl5pPr>
            <a:lvl6pPr indent="-371475" lvl="5" marL="2743200" algn="l">
              <a:lnSpc>
                <a:spcPct val="100000"/>
              </a:lnSpc>
              <a:spcBef>
                <a:spcPts val="5900"/>
              </a:spcBef>
              <a:spcAft>
                <a:spcPts val="0"/>
              </a:spcAft>
              <a:buSzPts val="2250"/>
              <a:buChar char="•"/>
              <a:defRPr/>
            </a:lvl6pPr>
            <a:lvl7pPr indent="-371475" lvl="6" marL="3200400" algn="l">
              <a:lnSpc>
                <a:spcPct val="100000"/>
              </a:lnSpc>
              <a:spcBef>
                <a:spcPts val="5900"/>
              </a:spcBef>
              <a:spcAft>
                <a:spcPts val="0"/>
              </a:spcAft>
              <a:buSzPts val="2250"/>
              <a:buChar char="•"/>
              <a:defRPr/>
            </a:lvl7pPr>
            <a:lvl8pPr indent="-371475" lvl="7" marL="3657600" algn="l">
              <a:lnSpc>
                <a:spcPct val="100000"/>
              </a:lnSpc>
              <a:spcBef>
                <a:spcPts val="5900"/>
              </a:spcBef>
              <a:spcAft>
                <a:spcPts val="0"/>
              </a:spcAft>
              <a:buSzPts val="2250"/>
              <a:buChar char="•"/>
              <a:defRPr/>
            </a:lvl8pPr>
            <a:lvl9pPr indent="-371475" lvl="8" marL="4114800" algn="l">
              <a:lnSpc>
                <a:spcPct val="100000"/>
              </a:lnSpc>
              <a:spcBef>
                <a:spcPts val="5900"/>
              </a:spcBef>
              <a:spcAft>
                <a:spcPts val="0"/>
              </a:spcAft>
              <a:buSzPts val="2250"/>
              <a:buChar char="•"/>
              <a:defRPr/>
            </a:lvl9pPr>
          </a:lstStyle>
          <a:p/>
        </p:txBody>
      </p:sp>
      <p:sp>
        <p:nvSpPr>
          <p:cNvPr id="12" name="Google Shape;12;p2"/>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noAutofit/>
          </a:bodyPr>
          <a:lstStyle>
            <a:lvl1pPr indent="0" lvl="0"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Horizontal" type="tx">
  <p:cSld name="TITLE_AND_BODY">
    <p:spTree>
      <p:nvGrpSpPr>
        <p:cNvPr id="13" name="Shape 13"/>
        <p:cNvGrpSpPr/>
        <p:nvPr/>
      </p:nvGrpSpPr>
      <p:grpSpPr>
        <a:xfrm>
          <a:off x="0" y="0"/>
          <a:ext cx="0" cy="0"/>
          <a:chOff x="0" y="0"/>
          <a:chExt cx="0" cy="0"/>
        </a:xfrm>
      </p:grpSpPr>
      <p:sp>
        <p:nvSpPr>
          <p:cNvPr id="14" name="Google Shape;14;p3"/>
          <p:cNvSpPr/>
          <p:nvPr>
            <p:ph idx="2" type="pic"/>
          </p:nvPr>
        </p:nvSpPr>
        <p:spPr>
          <a:xfrm>
            <a:off x="3125968" y="673100"/>
            <a:ext cx="18135601" cy="87376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1pPr>
            <a:lvl2pPr lvl="1"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2pPr>
            <a:lvl3pPr lvl="2"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3pPr>
            <a:lvl4pPr lvl="3"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4pPr>
            <a:lvl5pPr lvl="4"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5pPr>
            <a:lvl6pPr lvl="5"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6pPr>
            <a:lvl7pPr lvl="6"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7pPr>
            <a:lvl8pPr lvl="7"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8pPr>
            <a:lvl9pPr lvl="8"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9pPr>
          </a:lstStyle>
          <a:p/>
        </p:txBody>
      </p:sp>
      <p:sp>
        <p:nvSpPr>
          <p:cNvPr id="15" name="Google Shape;15;p3"/>
          <p:cNvSpPr txBox="1"/>
          <p:nvPr>
            <p:ph type="title"/>
          </p:nvPr>
        </p:nvSpPr>
        <p:spPr>
          <a:xfrm>
            <a:off x="635000" y="9512300"/>
            <a:ext cx="23114000" cy="2006600"/>
          </a:xfrm>
          <a:prstGeom prst="rect">
            <a:avLst/>
          </a:prstGeom>
          <a:noFill/>
          <a:ln>
            <a:noFill/>
          </a:ln>
        </p:spPr>
        <p:txBody>
          <a:bodyPr anchorCtr="0" anchor="ctr" bIns="50800" lIns="50800" spcFirstLastPara="1" rIns="50800" wrap="square" tIns="50800">
            <a:noAutofit/>
          </a:bodyPr>
          <a:lstStyle>
            <a:lvl1pPr lvl="0" algn="ctr">
              <a:lnSpc>
                <a:spcPct val="100000"/>
              </a:lnSpc>
              <a:spcBef>
                <a:spcPts val="0"/>
              </a:spcBef>
              <a:spcAft>
                <a:spcPts val="0"/>
              </a:spcAft>
              <a:buClr>
                <a:srgbClr val="FFFFFF"/>
              </a:buClr>
              <a:buSzPts val="1800"/>
              <a:buNon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p:txBody>
      </p:sp>
      <p:sp>
        <p:nvSpPr>
          <p:cNvPr id="16" name="Google Shape;16;p3"/>
          <p:cNvSpPr txBox="1"/>
          <p:nvPr>
            <p:ph idx="1" type="body"/>
          </p:nvPr>
        </p:nvSpPr>
        <p:spPr>
          <a:xfrm>
            <a:off x="635000" y="11442700"/>
            <a:ext cx="23114000" cy="1587500"/>
          </a:xfrm>
          <a:prstGeom prst="rect">
            <a:avLst/>
          </a:prstGeom>
          <a:noFill/>
          <a:ln>
            <a:noFill/>
          </a:ln>
        </p:spPr>
        <p:txBody>
          <a:bodyPr anchorCtr="0" anchor="t" bIns="50800" lIns="50800" spcFirstLastPara="1" rIns="50800" wrap="square" tIns="50800">
            <a:noAutofit/>
          </a:bodyPr>
          <a:lstStyle>
            <a:lvl1pPr indent="-228600" lvl="0" marL="457200" algn="ctr">
              <a:lnSpc>
                <a:spcPct val="100000"/>
              </a:lnSpc>
              <a:spcBef>
                <a:spcPts val="0"/>
              </a:spcBef>
              <a:spcAft>
                <a:spcPts val="0"/>
              </a:spcAft>
              <a:buClr>
                <a:srgbClr val="FFFFFF"/>
              </a:buClr>
              <a:buSzPts val="5400"/>
              <a:buFont typeface="Helvetica Neue"/>
              <a:buNone/>
              <a:defRPr sz="5400"/>
            </a:lvl1pPr>
            <a:lvl2pPr indent="-228600" lvl="1" marL="914400" algn="ctr">
              <a:lnSpc>
                <a:spcPct val="100000"/>
              </a:lnSpc>
              <a:spcBef>
                <a:spcPts val="0"/>
              </a:spcBef>
              <a:spcAft>
                <a:spcPts val="0"/>
              </a:spcAft>
              <a:buClr>
                <a:srgbClr val="FFFFFF"/>
              </a:buClr>
              <a:buSzPts val="5400"/>
              <a:buFont typeface="Helvetica Neue"/>
              <a:buNone/>
              <a:defRPr sz="5400"/>
            </a:lvl2pPr>
            <a:lvl3pPr indent="-228600" lvl="2" marL="1371600" algn="ctr">
              <a:lnSpc>
                <a:spcPct val="100000"/>
              </a:lnSpc>
              <a:spcBef>
                <a:spcPts val="0"/>
              </a:spcBef>
              <a:spcAft>
                <a:spcPts val="0"/>
              </a:spcAft>
              <a:buClr>
                <a:srgbClr val="FFFFFF"/>
              </a:buClr>
              <a:buSzPts val="5400"/>
              <a:buFont typeface="Helvetica Neue"/>
              <a:buNone/>
              <a:defRPr sz="5400"/>
            </a:lvl3pPr>
            <a:lvl4pPr indent="-228600" lvl="3" marL="1828800" algn="ctr">
              <a:lnSpc>
                <a:spcPct val="100000"/>
              </a:lnSpc>
              <a:spcBef>
                <a:spcPts val="0"/>
              </a:spcBef>
              <a:spcAft>
                <a:spcPts val="0"/>
              </a:spcAft>
              <a:buClr>
                <a:srgbClr val="FFFFFF"/>
              </a:buClr>
              <a:buSzPts val="5400"/>
              <a:buFont typeface="Helvetica Neue"/>
              <a:buNone/>
              <a:defRPr sz="5400"/>
            </a:lvl4pPr>
            <a:lvl5pPr indent="-228600" lvl="4" marL="2286000" algn="ctr">
              <a:lnSpc>
                <a:spcPct val="100000"/>
              </a:lnSpc>
              <a:spcBef>
                <a:spcPts val="0"/>
              </a:spcBef>
              <a:spcAft>
                <a:spcPts val="0"/>
              </a:spcAft>
              <a:buClr>
                <a:srgbClr val="FFFFFF"/>
              </a:buClr>
              <a:buSzPts val="5400"/>
              <a:buFont typeface="Helvetica Neue"/>
              <a:buNone/>
              <a:defRPr sz="5400"/>
            </a:lvl5pPr>
            <a:lvl6pPr indent="-371475" lvl="5" marL="2743200" algn="l">
              <a:lnSpc>
                <a:spcPct val="100000"/>
              </a:lnSpc>
              <a:spcBef>
                <a:spcPts val="5900"/>
              </a:spcBef>
              <a:spcAft>
                <a:spcPts val="0"/>
              </a:spcAft>
              <a:buSzPts val="2250"/>
              <a:buChar char="•"/>
              <a:defRPr/>
            </a:lvl6pPr>
            <a:lvl7pPr indent="-371475" lvl="6" marL="3200400" algn="l">
              <a:lnSpc>
                <a:spcPct val="100000"/>
              </a:lnSpc>
              <a:spcBef>
                <a:spcPts val="5900"/>
              </a:spcBef>
              <a:spcAft>
                <a:spcPts val="0"/>
              </a:spcAft>
              <a:buSzPts val="2250"/>
              <a:buChar char="•"/>
              <a:defRPr/>
            </a:lvl7pPr>
            <a:lvl8pPr indent="-371475" lvl="7" marL="3657600" algn="l">
              <a:lnSpc>
                <a:spcPct val="100000"/>
              </a:lnSpc>
              <a:spcBef>
                <a:spcPts val="5900"/>
              </a:spcBef>
              <a:spcAft>
                <a:spcPts val="0"/>
              </a:spcAft>
              <a:buSzPts val="2250"/>
              <a:buChar char="•"/>
              <a:defRPr/>
            </a:lvl8pPr>
            <a:lvl9pPr indent="-371475" lvl="8" marL="4114800" algn="l">
              <a:lnSpc>
                <a:spcPct val="100000"/>
              </a:lnSpc>
              <a:spcBef>
                <a:spcPts val="5900"/>
              </a:spcBef>
              <a:spcAft>
                <a:spcPts val="0"/>
              </a:spcAft>
              <a:buSzPts val="2250"/>
              <a:buChar char="•"/>
              <a:defRPr/>
            </a:lvl9pPr>
          </a:lstStyle>
          <a:p/>
        </p:txBody>
      </p:sp>
      <p:sp>
        <p:nvSpPr>
          <p:cNvPr id="17" name="Google Shape;17;p3"/>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noAutofit/>
          </a:bodyPr>
          <a:lstStyle>
            <a:lvl1pPr indent="0" lvl="0"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Center">
  <p:cSld name="Title - Center">
    <p:spTree>
      <p:nvGrpSpPr>
        <p:cNvPr id="18" name="Shape 18"/>
        <p:cNvGrpSpPr/>
        <p:nvPr/>
      </p:nvGrpSpPr>
      <p:grpSpPr>
        <a:xfrm>
          <a:off x="0" y="0"/>
          <a:ext cx="0" cy="0"/>
          <a:chOff x="0" y="0"/>
          <a:chExt cx="0" cy="0"/>
        </a:xfrm>
      </p:grpSpPr>
      <p:sp>
        <p:nvSpPr>
          <p:cNvPr id="19" name="Google Shape;19;p4"/>
          <p:cNvSpPr txBox="1"/>
          <p:nvPr>
            <p:ph type="title"/>
          </p:nvPr>
        </p:nvSpPr>
        <p:spPr>
          <a:xfrm>
            <a:off x="1778000" y="4533900"/>
            <a:ext cx="20828000" cy="4648200"/>
          </a:xfrm>
          <a:prstGeom prst="rect">
            <a:avLst/>
          </a:prstGeom>
          <a:noFill/>
          <a:ln>
            <a:noFill/>
          </a:ln>
        </p:spPr>
        <p:txBody>
          <a:bodyPr anchorCtr="0" anchor="ctr" bIns="50800" lIns="50800" spcFirstLastPara="1" rIns="50800" wrap="square" tIns="50800">
            <a:noAutofit/>
          </a:bodyPr>
          <a:lstStyle>
            <a:lvl1pPr lvl="0" algn="ctr">
              <a:lnSpc>
                <a:spcPct val="100000"/>
              </a:lnSpc>
              <a:spcBef>
                <a:spcPts val="0"/>
              </a:spcBef>
              <a:spcAft>
                <a:spcPts val="0"/>
              </a:spcAft>
              <a:buClr>
                <a:srgbClr val="FFFFFF"/>
              </a:buClr>
              <a:buSzPts val="1800"/>
              <a:buNon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p:txBody>
      </p:sp>
      <p:sp>
        <p:nvSpPr>
          <p:cNvPr id="20" name="Google Shape;20;p4"/>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noAutofit/>
          </a:bodyPr>
          <a:lstStyle>
            <a:lvl1pPr indent="0" lvl="0"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Vertical">
  <p:cSld name="Photo - Vertical">
    <p:spTree>
      <p:nvGrpSpPr>
        <p:cNvPr id="21" name="Shape 21"/>
        <p:cNvGrpSpPr/>
        <p:nvPr/>
      </p:nvGrpSpPr>
      <p:grpSpPr>
        <a:xfrm>
          <a:off x="0" y="0"/>
          <a:ext cx="0" cy="0"/>
          <a:chOff x="0" y="0"/>
          <a:chExt cx="0" cy="0"/>
        </a:xfrm>
      </p:grpSpPr>
      <p:sp>
        <p:nvSpPr>
          <p:cNvPr id="22" name="Google Shape;22;p5"/>
          <p:cNvSpPr/>
          <p:nvPr>
            <p:ph idx="2" type="pic"/>
          </p:nvPr>
        </p:nvSpPr>
        <p:spPr>
          <a:xfrm>
            <a:off x="13169900" y="952500"/>
            <a:ext cx="9525000" cy="11468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1pPr>
            <a:lvl2pPr lvl="1"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2pPr>
            <a:lvl3pPr lvl="2"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3pPr>
            <a:lvl4pPr lvl="3"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4pPr>
            <a:lvl5pPr lvl="4"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5pPr>
            <a:lvl6pPr lvl="5"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6pPr>
            <a:lvl7pPr lvl="6"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7pPr>
            <a:lvl8pPr lvl="7"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8pPr>
            <a:lvl9pPr lvl="8"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9pPr>
          </a:lstStyle>
          <a:p/>
        </p:txBody>
      </p:sp>
      <p:sp>
        <p:nvSpPr>
          <p:cNvPr id="23" name="Google Shape;23;p5"/>
          <p:cNvSpPr txBox="1"/>
          <p:nvPr>
            <p:ph type="title"/>
          </p:nvPr>
        </p:nvSpPr>
        <p:spPr>
          <a:xfrm>
            <a:off x="1651000" y="952500"/>
            <a:ext cx="10223500" cy="5549900"/>
          </a:xfrm>
          <a:prstGeom prst="rect">
            <a:avLst/>
          </a:prstGeom>
          <a:noFill/>
          <a:ln>
            <a:noFill/>
          </a:ln>
        </p:spPr>
        <p:txBody>
          <a:bodyPr anchorCtr="0" anchor="b" bIns="50800" lIns="50800" spcFirstLastPara="1" rIns="50800" wrap="square" tIns="50800">
            <a:noAutofit/>
          </a:bodyPr>
          <a:lstStyle>
            <a:lvl1pPr lvl="0" algn="ctr">
              <a:lnSpc>
                <a:spcPct val="100000"/>
              </a:lnSpc>
              <a:spcBef>
                <a:spcPts val="0"/>
              </a:spcBef>
              <a:spcAft>
                <a:spcPts val="0"/>
              </a:spcAft>
              <a:buClr>
                <a:srgbClr val="FFFFFF"/>
              </a:buClr>
              <a:buSzPts val="8400"/>
              <a:buFont typeface="Helvetica Neue"/>
              <a:buNone/>
              <a:defRPr sz="8400"/>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p:txBody>
      </p:sp>
      <p:sp>
        <p:nvSpPr>
          <p:cNvPr id="24" name="Google Shape;24;p5"/>
          <p:cNvSpPr txBox="1"/>
          <p:nvPr>
            <p:ph idx="1" type="body"/>
          </p:nvPr>
        </p:nvSpPr>
        <p:spPr>
          <a:xfrm>
            <a:off x="1651000" y="6527800"/>
            <a:ext cx="10223500" cy="5727700"/>
          </a:xfrm>
          <a:prstGeom prst="rect">
            <a:avLst/>
          </a:prstGeom>
          <a:noFill/>
          <a:ln>
            <a:noFill/>
          </a:ln>
        </p:spPr>
        <p:txBody>
          <a:bodyPr anchorCtr="0" anchor="t" bIns="50800" lIns="50800" spcFirstLastPara="1" rIns="50800" wrap="square" tIns="50800">
            <a:noAutofit/>
          </a:bodyPr>
          <a:lstStyle>
            <a:lvl1pPr indent="-228600" lvl="0" marL="457200" algn="ctr">
              <a:lnSpc>
                <a:spcPct val="100000"/>
              </a:lnSpc>
              <a:spcBef>
                <a:spcPts val="0"/>
              </a:spcBef>
              <a:spcAft>
                <a:spcPts val="0"/>
              </a:spcAft>
              <a:buClr>
                <a:srgbClr val="FFFFFF"/>
              </a:buClr>
              <a:buSzPts val="5400"/>
              <a:buFont typeface="Helvetica Neue"/>
              <a:buNone/>
              <a:defRPr sz="5400"/>
            </a:lvl1pPr>
            <a:lvl2pPr indent="-228600" lvl="1" marL="914400" algn="ctr">
              <a:lnSpc>
                <a:spcPct val="100000"/>
              </a:lnSpc>
              <a:spcBef>
                <a:spcPts val="0"/>
              </a:spcBef>
              <a:spcAft>
                <a:spcPts val="0"/>
              </a:spcAft>
              <a:buClr>
                <a:srgbClr val="FFFFFF"/>
              </a:buClr>
              <a:buSzPts val="5400"/>
              <a:buFont typeface="Helvetica Neue"/>
              <a:buNone/>
              <a:defRPr sz="5400"/>
            </a:lvl2pPr>
            <a:lvl3pPr indent="-228600" lvl="2" marL="1371600" algn="ctr">
              <a:lnSpc>
                <a:spcPct val="100000"/>
              </a:lnSpc>
              <a:spcBef>
                <a:spcPts val="0"/>
              </a:spcBef>
              <a:spcAft>
                <a:spcPts val="0"/>
              </a:spcAft>
              <a:buClr>
                <a:srgbClr val="FFFFFF"/>
              </a:buClr>
              <a:buSzPts val="5400"/>
              <a:buFont typeface="Helvetica Neue"/>
              <a:buNone/>
              <a:defRPr sz="5400"/>
            </a:lvl3pPr>
            <a:lvl4pPr indent="-228600" lvl="3" marL="1828800" algn="ctr">
              <a:lnSpc>
                <a:spcPct val="100000"/>
              </a:lnSpc>
              <a:spcBef>
                <a:spcPts val="0"/>
              </a:spcBef>
              <a:spcAft>
                <a:spcPts val="0"/>
              </a:spcAft>
              <a:buClr>
                <a:srgbClr val="FFFFFF"/>
              </a:buClr>
              <a:buSzPts val="5400"/>
              <a:buFont typeface="Helvetica Neue"/>
              <a:buNone/>
              <a:defRPr sz="5400"/>
            </a:lvl4pPr>
            <a:lvl5pPr indent="-228600" lvl="4" marL="2286000" algn="ctr">
              <a:lnSpc>
                <a:spcPct val="100000"/>
              </a:lnSpc>
              <a:spcBef>
                <a:spcPts val="0"/>
              </a:spcBef>
              <a:spcAft>
                <a:spcPts val="0"/>
              </a:spcAft>
              <a:buClr>
                <a:srgbClr val="FFFFFF"/>
              </a:buClr>
              <a:buSzPts val="5400"/>
              <a:buFont typeface="Helvetica Neue"/>
              <a:buNone/>
              <a:defRPr sz="5400"/>
            </a:lvl5pPr>
            <a:lvl6pPr indent="-371475" lvl="5" marL="2743200" algn="l">
              <a:lnSpc>
                <a:spcPct val="100000"/>
              </a:lnSpc>
              <a:spcBef>
                <a:spcPts val="5900"/>
              </a:spcBef>
              <a:spcAft>
                <a:spcPts val="0"/>
              </a:spcAft>
              <a:buSzPts val="2250"/>
              <a:buChar char="•"/>
              <a:defRPr/>
            </a:lvl6pPr>
            <a:lvl7pPr indent="-371475" lvl="6" marL="3200400" algn="l">
              <a:lnSpc>
                <a:spcPct val="100000"/>
              </a:lnSpc>
              <a:spcBef>
                <a:spcPts val="5900"/>
              </a:spcBef>
              <a:spcAft>
                <a:spcPts val="0"/>
              </a:spcAft>
              <a:buSzPts val="2250"/>
              <a:buChar char="•"/>
              <a:defRPr/>
            </a:lvl7pPr>
            <a:lvl8pPr indent="-371475" lvl="7" marL="3657600" algn="l">
              <a:lnSpc>
                <a:spcPct val="100000"/>
              </a:lnSpc>
              <a:spcBef>
                <a:spcPts val="5900"/>
              </a:spcBef>
              <a:spcAft>
                <a:spcPts val="0"/>
              </a:spcAft>
              <a:buSzPts val="2250"/>
              <a:buChar char="•"/>
              <a:defRPr/>
            </a:lvl8pPr>
            <a:lvl9pPr indent="-371475" lvl="8" marL="4114800" algn="l">
              <a:lnSpc>
                <a:spcPct val="100000"/>
              </a:lnSpc>
              <a:spcBef>
                <a:spcPts val="5900"/>
              </a:spcBef>
              <a:spcAft>
                <a:spcPts val="0"/>
              </a:spcAft>
              <a:buSzPts val="2250"/>
              <a:buChar char="•"/>
              <a:defRPr/>
            </a:lvl9pPr>
          </a:lstStyle>
          <a:p/>
        </p:txBody>
      </p:sp>
      <p:sp>
        <p:nvSpPr>
          <p:cNvPr id="25" name="Google Shape;25;p5"/>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noAutofit/>
          </a:bodyPr>
          <a:lstStyle>
            <a:lvl1pPr indent="0" lvl="0"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op">
  <p:cSld name="Title - Top">
    <p:spTree>
      <p:nvGrpSpPr>
        <p:cNvPr id="26" name="Shape 26"/>
        <p:cNvGrpSpPr/>
        <p:nvPr/>
      </p:nvGrpSpPr>
      <p:grpSpPr>
        <a:xfrm>
          <a:off x="0" y="0"/>
          <a:ext cx="0" cy="0"/>
          <a:chOff x="0" y="0"/>
          <a:chExt cx="0" cy="0"/>
        </a:xfrm>
      </p:grpSpPr>
      <p:sp>
        <p:nvSpPr>
          <p:cNvPr id="27" name="Google Shape;27;p6"/>
          <p:cNvSpPr txBox="1"/>
          <p:nvPr>
            <p:ph type="title"/>
          </p:nvPr>
        </p:nvSpPr>
        <p:spPr>
          <a:xfrm>
            <a:off x="1689100" y="355600"/>
            <a:ext cx="21005799" cy="2286000"/>
          </a:xfrm>
          <a:prstGeom prst="rect">
            <a:avLst/>
          </a:prstGeom>
          <a:noFill/>
          <a:ln>
            <a:noFill/>
          </a:ln>
        </p:spPr>
        <p:txBody>
          <a:bodyPr anchorCtr="0" anchor="ctr" bIns="50800" lIns="50800" spcFirstLastPara="1" rIns="50800" wrap="square" tIns="50800">
            <a:noAutofit/>
          </a:bodyPr>
          <a:lstStyle>
            <a:lvl1pPr lvl="0" algn="ctr">
              <a:lnSpc>
                <a:spcPct val="100000"/>
              </a:lnSpc>
              <a:spcBef>
                <a:spcPts val="0"/>
              </a:spcBef>
              <a:spcAft>
                <a:spcPts val="0"/>
              </a:spcAft>
              <a:buClr>
                <a:srgbClr val="FFFFFF"/>
              </a:buClr>
              <a:buSzPts val="1800"/>
              <a:buNon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p:txBody>
      </p:sp>
      <p:sp>
        <p:nvSpPr>
          <p:cNvPr id="28" name="Google Shape;28;p6"/>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noAutofit/>
          </a:bodyPr>
          <a:lstStyle>
            <a:lvl1pPr indent="0" lvl="0"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p:cSld name="Title &amp; Bullets">
    <p:spTree>
      <p:nvGrpSpPr>
        <p:cNvPr id="29" name="Shape 29"/>
        <p:cNvGrpSpPr/>
        <p:nvPr/>
      </p:nvGrpSpPr>
      <p:grpSpPr>
        <a:xfrm>
          <a:off x="0" y="0"/>
          <a:ext cx="0" cy="0"/>
          <a:chOff x="0" y="0"/>
          <a:chExt cx="0" cy="0"/>
        </a:xfrm>
      </p:grpSpPr>
      <p:sp>
        <p:nvSpPr>
          <p:cNvPr id="30" name="Google Shape;30;p7"/>
          <p:cNvSpPr txBox="1"/>
          <p:nvPr>
            <p:ph type="title"/>
          </p:nvPr>
        </p:nvSpPr>
        <p:spPr>
          <a:xfrm>
            <a:off x="1689100" y="355600"/>
            <a:ext cx="21005799" cy="2286000"/>
          </a:xfrm>
          <a:prstGeom prst="rect">
            <a:avLst/>
          </a:prstGeom>
          <a:noFill/>
          <a:ln>
            <a:noFill/>
          </a:ln>
        </p:spPr>
        <p:txBody>
          <a:bodyPr anchorCtr="0" anchor="ctr" bIns="50800" lIns="50800" spcFirstLastPara="1" rIns="50800" wrap="square" tIns="50800">
            <a:noAutofit/>
          </a:bodyPr>
          <a:lstStyle>
            <a:lvl1pPr lvl="0" algn="ctr">
              <a:lnSpc>
                <a:spcPct val="100000"/>
              </a:lnSpc>
              <a:spcBef>
                <a:spcPts val="0"/>
              </a:spcBef>
              <a:spcAft>
                <a:spcPts val="0"/>
              </a:spcAft>
              <a:buClr>
                <a:srgbClr val="FFFFFF"/>
              </a:buClr>
              <a:buSzPts val="1800"/>
              <a:buNon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p:txBody>
      </p:sp>
      <p:sp>
        <p:nvSpPr>
          <p:cNvPr id="31" name="Google Shape;31;p7"/>
          <p:cNvSpPr txBox="1"/>
          <p:nvPr>
            <p:ph idx="1" type="body"/>
          </p:nvPr>
        </p:nvSpPr>
        <p:spPr>
          <a:xfrm>
            <a:off x="1689100" y="3149600"/>
            <a:ext cx="21005799" cy="9296400"/>
          </a:xfrm>
          <a:prstGeom prst="rect">
            <a:avLst/>
          </a:prstGeom>
          <a:noFill/>
          <a:ln>
            <a:noFill/>
          </a:ln>
        </p:spPr>
        <p:txBody>
          <a:bodyPr anchorCtr="0" anchor="ctr" bIns="50800" lIns="50800" spcFirstLastPara="1" rIns="50800" wrap="square" tIns="50800">
            <a:noAutofit/>
          </a:bodyPr>
          <a:lstStyle>
            <a:lvl1pPr indent="-371475" lvl="0" marL="457200" algn="l">
              <a:lnSpc>
                <a:spcPct val="100000"/>
              </a:lnSpc>
              <a:spcBef>
                <a:spcPts val="5900"/>
              </a:spcBef>
              <a:spcAft>
                <a:spcPts val="0"/>
              </a:spcAft>
              <a:buClr>
                <a:srgbClr val="FFFFFF"/>
              </a:buClr>
              <a:buSzPts val="2250"/>
              <a:buChar char="•"/>
              <a:defRPr/>
            </a:lvl1pPr>
            <a:lvl2pPr indent="-371475" lvl="1" marL="914400" algn="l">
              <a:lnSpc>
                <a:spcPct val="100000"/>
              </a:lnSpc>
              <a:spcBef>
                <a:spcPts val="5900"/>
              </a:spcBef>
              <a:spcAft>
                <a:spcPts val="0"/>
              </a:spcAft>
              <a:buClr>
                <a:srgbClr val="FFFFFF"/>
              </a:buClr>
              <a:buSzPts val="2250"/>
              <a:buChar char="•"/>
              <a:defRPr/>
            </a:lvl2pPr>
            <a:lvl3pPr indent="-371475" lvl="2" marL="1371600" algn="l">
              <a:lnSpc>
                <a:spcPct val="100000"/>
              </a:lnSpc>
              <a:spcBef>
                <a:spcPts val="5900"/>
              </a:spcBef>
              <a:spcAft>
                <a:spcPts val="0"/>
              </a:spcAft>
              <a:buClr>
                <a:srgbClr val="FFFFFF"/>
              </a:buClr>
              <a:buSzPts val="2250"/>
              <a:buChar char="•"/>
              <a:defRPr/>
            </a:lvl3pPr>
            <a:lvl4pPr indent="-371475" lvl="3" marL="1828800" algn="l">
              <a:lnSpc>
                <a:spcPct val="100000"/>
              </a:lnSpc>
              <a:spcBef>
                <a:spcPts val="5900"/>
              </a:spcBef>
              <a:spcAft>
                <a:spcPts val="0"/>
              </a:spcAft>
              <a:buClr>
                <a:srgbClr val="FFFFFF"/>
              </a:buClr>
              <a:buSzPts val="2250"/>
              <a:buChar char="•"/>
              <a:defRPr/>
            </a:lvl4pPr>
            <a:lvl5pPr indent="-371475" lvl="4" marL="2286000" algn="l">
              <a:lnSpc>
                <a:spcPct val="100000"/>
              </a:lnSpc>
              <a:spcBef>
                <a:spcPts val="5900"/>
              </a:spcBef>
              <a:spcAft>
                <a:spcPts val="0"/>
              </a:spcAft>
              <a:buClr>
                <a:srgbClr val="FFFFFF"/>
              </a:buClr>
              <a:buSzPts val="2250"/>
              <a:buChar char="•"/>
              <a:defRPr/>
            </a:lvl5pPr>
            <a:lvl6pPr indent="-371475" lvl="5" marL="2743200" algn="l">
              <a:lnSpc>
                <a:spcPct val="100000"/>
              </a:lnSpc>
              <a:spcBef>
                <a:spcPts val="5900"/>
              </a:spcBef>
              <a:spcAft>
                <a:spcPts val="0"/>
              </a:spcAft>
              <a:buSzPts val="2250"/>
              <a:buChar char="•"/>
              <a:defRPr/>
            </a:lvl6pPr>
            <a:lvl7pPr indent="-371475" lvl="6" marL="3200400" algn="l">
              <a:lnSpc>
                <a:spcPct val="100000"/>
              </a:lnSpc>
              <a:spcBef>
                <a:spcPts val="5900"/>
              </a:spcBef>
              <a:spcAft>
                <a:spcPts val="0"/>
              </a:spcAft>
              <a:buSzPts val="2250"/>
              <a:buChar char="•"/>
              <a:defRPr/>
            </a:lvl7pPr>
            <a:lvl8pPr indent="-371475" lvl="7" marL="3657600" algn="l">
              <a:lnSpc>
                <a:spcPct val="100000"/>
              </a:lnSpc>
              <a:spcBef>
                <a:spcPts val="5900"/>
              </a:spcBef>
              <a:spcAft>
                <a:spcPts val="0"/>
              </a:spcAft>
              <a:buSzPts val="2250"/>
              <a:buChar char="•"/>
              <a:defRPr/>
            </a:lvl8pPr>
            <a:lvl9pPr indent="-371475" lvl="8" marL="4114800" algn="l">
              <a:lnSpc>
                <a:spcPct val="100000"/>
              </a:lnSpc>
              <a:spcBef>
                <a:spcPts val="5900"/>
              </a:spcBef>
              <a:spcAft>
                <a:spcPts val="0"/>
              </a:spcAft>
              <a:buSzPts val="2250"/>
              <a:buChar char="•"/>
              <a:defRPr/>
            </a:lvl9pPr>
          </a:lstStyle>
          <a:p/>
        </p:txBody>
      </p:sp>
      <p:sp>
        <p:nvSpPr>
          <p:cNvPr id="32" name="Google Shape;32;p7"/>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noAutofit/>
          </a:bodyPr>
          <a:lstStyle>
            <a:lvl1pPr indent="0" lvl="0"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ullets &amp; Photo">
  <p:cSld name="Title, Bullets &amp; Photo">
    <p:spTree>
      <p:nvGrpSpPr>
        <p:cNvPr id="33" name="Shape 33"/>
        <p:cNvGrpSpPr/>
        <p:nvPr/>
      </p:nvGrpSpPr>
      <p:grpSpPr>
        <a:xfrm>
          <a:off x="0" y="0"/>
          <a:ext cx="0" cy="0"/>
          <a:chOff x="0" y="0"/>
          <a:chExt cx="0" cy="0"/>
        </a:xfrm>
      </p:grpSpPr>
      <p:sp>
        <p:nvSpPr>
          <p:cNvPr id="34" name="Google Shape;34;p8"/>
          <p:cNvSpPr/>
          <p:nvPr>
            <p:ph idx="2" type="pic"/>
          </p:nvPr>
        </p:nvSpPr>
        <p:spPr>
          <a:xfrm>
            <a:off x="13169900" y="3149600"/>
            <a:ext cx="9525000" cy="92964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1pPr>
            <a:lvl2pPr lvl="1"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2pPr>
            <a:lvl3pPr lvl="2"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3pPr>
            <a:lvl4pPr lvl="3"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4pPr>
            <a:lvl5pPr lvl="4"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5pPr>
            <a:lvl6pPr lvl="5"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6pPr>
            <a:lvl7pPr lvl="6"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7pPr>
            <a:lvl8pPr lvl="7"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8pPr>
            <a:lvl9pPr lvl="8"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9pPr>
          </a:lstStyle>
          <a:p/>
        </p:txBody>
      </p:sp>
      <p:sp>
        <p:nvSpPr>
          <p:cNvPr id="35" name="Google Shape;35;p8"/>
          <p:cNvSpPr txBox="1"/>
          <p:nvPr>
            <p:ph type="title"/>
          </p:nvPr>
        </p:nvSpPr>
        <p:spPr>
          <a:xfrm>
            <a:off x="1689100" y="355600"/>
            <a:ext cx="21005799" cy="2286000"/>
          </a:xfrm>
          <a:prstGeom prst="rect">
            <a:avLst/>
          </a:prstGeom>
          <a:noFill/>
          <a:ln>
            <a:noFill/>
          </a:ln>
        </p:spPr>
        <p:txBody>
          <a:bodyPr anchorCtr="0" anchor="ctr" bIns="50800" lIns="50800" spcFirstLastPara="1" rIns="50800" wrap="square" tIns="50800">
            <a:noAutofit/>
          </a:bodyPr>
          <a:lstStyle>
            <a:lvl1pPr lvl="0" algn="ctr">
              <a:lnSpc>
                <a:spcPct val="100000"/>
              </a:lnSpc>
              <a:spcBef>
                <a:spcPts val="0"/>
              </a:spcBef>
              <a:spcAft>
                <a:spcPts val="0"/>
              </a:spcAft>
              <a:buClr>
                <a:srgbClr val="FFFFFF"/>
              </a:buClr>
              <a:buSzPts val="1800"/>
              <a:buNon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p:txBody>
      </p:sp>
      <p:sp>
        <p:nvSpPr>
          <p:cNvPr id="36" name="Google Shape;36;p8"/>
          <p:cNvSpPr txBox="1"/>
          <p:nvPr>
            <p:ph idx="1" type="body"/>
          </p:nvPr>
        </p:nvSpPr>
        <p:spPr>
          <a:xfrm>
            <a:off x="1689100" y="3149600"/>
            <a:ext cx="10223500" cy="9296400"/>
          </a:xfrm>
          <a:prstGeom prst="rect">
            <a:avLst/>
          </a:prstGeom>
          <a:noFill/>
          <a:ln>
            <a:noFill/>
          </a:ln>
        </p:spPr>
        <p:txBody>
          <a:bodyPr anchorCtr="0" anchor="ctr" bIns="50800" lIns="50800" spcFirstLastPara="1" rIns="50800" wrap="square" tIns="50800">
            <a:noAutofit/>
          </a:bodyPr>
          <a:lstStyle>
            <a:lvl1pPr indent="-530225" lvl="0" marL="457200" algn="l">
              <a:lnSpc>
                <a:spcPct val="100000"/>
              </a:lnSpc>
              <a:spcBef>
                <a:spcPts val="4500"/>
              </a:spcBef>
              <a:spcAft>
                <a:spcPts val="0"/>
              </a:spcAft>
              <a:buClr>
                <a:srgbClr val="FFFFFF"/>
              </a:buClr>
              <a:buSzPts val="4750"/>
              <a:buFont typeface="Helvetica Neue"/>
              <a:buChar char="•"/>
              <a:defRPr sz="3800"/>
            </a:lvl1pPr>
            <a:lvl2pPr indent="-530225" lvl="1" marL="914400" algn="l">
              <a:lnSpc>
                <a:spcPct val="100000"/>
              </a:lnSpc>
              <a:spcBef>
                <a:spcPts val="4500"/>
              </a:spcBef>
              <a:spcAft>
                <a:spcPts val="0"/>
              </a:spcAft>
              <a:buClr>
                <a:srgbClr val="FFFFFF"/>
              </a:buClr>
              <a:buSzPts val="4750"/>
              <a:buFont typeface="Helvetica Neue"/>
              <a:buChar char="•"/>
              <a:defRPr sz="3800"/>
            </a:lvl2pPr>
            <a:lvl3pPr indent="-530225" lvl="2" marL="1371600" algn="l">
              <a:lnSpc>
                <a:spcPct val="100000"/>
              </a:lnSpc>
              <a:spcBef>
                <a:spcPts val="4500"/>
              </a:spcBef>
              <a:spcAft>
                <a:spcPts val="0"/>
              </a:spcAft>
              <a:buClr>
                <a:srgbClr val="FFFFFF"/>
              </a:buClr>
              <a:buSzPts val="4750"/>
              <a:buFont typeface="Helvetica Neue"/>
              <a:buChar char="•"/>
              <a:defRPr sz="3800"/>
            </a:lvl3pPr>
            <a:lvl4pPr indent="-530225" lvl="3" marL="1828800" algn="l">
              <a:lnSpc>
                <a:spcPct val="100000"/>
              </a:lnSpc>
              <a:spcBef>
                <a:spcPts val="4500"/>
              </a:spcBef>
              <a:spcAft>
                <a:spcPts val="0"/>
              </a:spcAft>
              <a:buClr>
                <a:srgbClr val="FFFFFF"/>
              </a:buClr>
              <a:buSzPts val="4750"/>
              <a:buFont typeface="Helvetica Neue"/>
              <a:buChar char="•"/>
              <a:defRPr sz="3800"/>
            </a:lvl4pPr>
            <a:lvl5pPr indent="-530225" lvl="4" marL="2286000" algn="l">
              <a:lnSpc>
                <a:spcPct val="100000"/>
              </a:lnSpc>
              <a:spcBef>
                <a:spcPts val="4500"/>
              </a:spcBef>
              <a:spcAft>
                <a:spcPts val="0"/>
              </a:spcAft>
              <a:buClr>
                <a:srgbClr val="FFFFFF"/>
              </a:buClr>
              <a:buSzPts val="4750"/>
              <a:buFont typeface="Helvetica Neue"/>
              <a:buChar char="•"/>
              <a:defRPr sz="3800"/>
            </a:lvl5pPr>
            <a:lvl6pPr indent="-371475" lvl="5" marL="2743200" algn="l">
              <a:lnSpc>
                <a:spcPct val="100000"/>
              </a:lnSpc>
              <a:spcBef>
                <a:spcPts val="5900"/>
              </a:spcBef>
              <a:spcAft>
                <a:spcPts val="0"/>
              </a:spcAft>
              <a:buSzPts val="2250"/>
              <a:buChar char="•"/>
              <a:defRPr/>
            </a:lvl6pPr>
            <a:lvl7pPr indent="-371475" lvl="6" marL="3200400" algn="l">
              <a:lnSpc>
                <a:spcPct val="100000"/>
              </a:lnSpc>
              <a:spcBef>
                <a:spcPts val="5900"/>
              </a:spcBef>
              <a:spcAft>
                <a:spcPts val="0"/>
              </a:spcAft>
              <a:buSzPts val="2250"/>
              <a:buChar char="•"/>
              <a:defRPr/>
            </a:lvl7pPr>
            <a:lvl8pPr indent="-371475" lvl="7" marL="3657600" algn="l">
              <a:lnSpc>
                <a:spcPct val="100000"/>
              </a:lnSpc>
              <a:spcBef>
                <a:spcPts val="5900"/>
              </a:spcBef>
              <a:spcAft>
                <a:spcPts val="0"/>
              </a:spcAft>
              <a:buSzPts val="2250"/>
              <a:buChar char="•"/>
              <a:defRPr/>
            </a:lvl8pPr>
            <a:lvl9pPr indent="-371475" lvl="8" marL="4114800" algn="l">
              <a:lnSpc>
                <a:spcPct val="100000"/>
              </a:lnSpc>
              <a:spcBef>
                <a:spcPts val="5900"/>
              </a:spcBef>
              <a:spcAft>
                <a:spcPts val="0"/>
              </a:spcAft>
              <a:buSzPts val="2250"/>
              <a:buChar char="•"/>
              <a:defRPr/>
            </a:lvl9pPr>
          </a:lstStyle>
          <a:p/>
        </p:txBody>
      </p:sp>
      <p:sp>
        <p:nvSpPr>
          <p:cNvPr id="37" name="Google Shape;37;p8"/>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noAutofit/>
          </a:bodyPr>
          <a:lstStyle>
            <a:lvl1pPr indent="0" lvl="0"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s">
  <p:cSld name="Bullets">
    <p:spTree>
      <p:nvGrpSpPr>
        <p:cNvPr id="38" name="Shape 38"/>
        <p:cNvGrpSpPr/>
        <p:nvPr/>
      </p:nvGrpSpPr>
      <p:grpSpPr>
        <a:xfrm>
          <a:off x="0" y="0"/>
          <a:ext cx="0" cy="0"/>
          <a:chOff x="0" y="0"/>
          <a:chExt cx="0" cy="0"/>
        </a:xfrm>
      </p:grpSpPr>
      <p:sp>
        <p:nvSpPr>
          <p:cNvPr id="39" name="Google Shape;39;p9"/>
          <p:cNvSpPr txBox="1"/>
          <p:nvPr>
            <p:ph idx="1" type="body"/>
          </p:nvPr>
        </p:nvSpPr>
        <p:spPr>
          <a:xfrm>
            <a:off x="1689100" y="1778000"/>
            <a:ext cx="21005799" cy="10160000"/>
          </a:xfrm>
          <a:prstGeom prst="rect">
            <a:avLst/>
          </a:prstGeom>
          <a:noFill/>
          <a:ln>
            <a:noFill/>
          </a:ln>
        </p:spPr>
        <p:txBody>
          <a:bodyPr anchorCtr="0" anchor="ctr" bIns="50800" lIns="50800" spcFirstLastPara="1" rIns="50800" wrap="square" tIns="50800">
            <a:noAutofit/>
          </a:bodyPr>
          <a:lstStyle>
            <a:lvl1pPr indent="-371475" lvl="0" marL="457200" algn="l">
              <a:lnSpc>
                <a:spcPct val="100000"/>
              </a:lnSpc>
              <a:spcBef>
                <a:spcPts val="5900"/>
              </a:spcBef>
              <a:spcAft>
                <a:spcPts val="0"/>
              </a:spcAft>
              <a:buClr>
                <a:srgbClr val="FFFFFF"/>
              </a:buClr>
              <a:buSzPts val="2250"/>
              <a:buChar char="•"/>
              <a:defRPr/>
            </a:lvl1pPr>
            <a:lvl2pPr indent="-371475" lvl="1" marL="914400" algn="l">
              <a:lnSpc>
                <a:spcPct val="100000"/>
              </a:lnSpc>
              <a:spcBef>
                <a:spcPts val="5900"/>
              </a:spcBef>
              <a:spcAft>
                <a:spcPts val="0"/>
              </a:spcAft>
              <a:buClr>
                <a:srgbClr val="FFFFFF"/>
              </a:buClr>
              <a:buSzPts val="2250"/>
              <a:buChar char="•"/>
              <a:defRPr/>
            </a:lvl2pPr>
            <a:lvl3pPr indent="-371475" lvl="2" marL="1371600" algn="l">
              <a:lnSpc>
                <a:spcPct val="100000"/>
              </a:lnSpc>
              <a:spcBef>
                <a:spcPts val="5900"/>
              </a:spcBef>
              <a:spcAft>
                <a:spcPts val="0"/>
              </a:spcAft>
              <a:buClr>
                <a:srgbClr val="FFFFFF"/>
              </a:buClr>
              <a:buSzPts val="2250"/>
              <a:buChar char="•"/>
              <a:defRPr/>
            </a:lvl3pPr>
            <a:lvl4pPr indent="-371475" lvl="3" marL="1828800" algn="l">
              <a:lnSpc>
                <a:spcPct val="100000"/>
              </a:lnSpc>
              <a:spcBef>
                <a:spcPts val="5900"/>
              </a:spcBef>
              <a:spcAft>
                <a:spcPts val="0"/>
              </a:spcAft>
              <a:buClr>
                <a:srgbClr val="FFFFFF"/>
              </a:buClr>
              <a:buSzPts val="2250"/>
              <a:buChar char="•"/>
              <a:defRPr/>
            </a:lvl4pPr>
            <a:lvl5pPr indent="-371475" lvl="4" marL="2286000" algn="l">
              <a:lnSpc>
                <a:spcPct val="100000"/>
              </a:lnSpc>
              <a:spcBef>
                <a:spcPts val="5900"/>
              </a:spcBef>
              <a:spcAft>
                <a:spcPts val="0"/>
              </a:spcAft>
              <a:buClr>
                <a:srgbClr val="FFFFFF"/>
              </a:buClr>
              <a:buSzPts val="2250"/>
              <a:buChar char="•"/>
              <a:defRPr/>
            </a:lvl5pPr>
            <a:lvl6pPr indent="-371475" lvl="5" marL="2743200" algn="l">
              <a:lnSpc>
                <a:spcPct val="100000"/>
              </a:lnSpc>
              <a:spcBef>
                <a:spcPts val="5900"/>
              </a:spcBef>
              <a:spcAft>
                <a:spcPts val="0"/>
              </a:spcAft>
              <a:buSzPts val="2250"/>
              <a:buChar char="•"/>
              <a:defRPr/>
            </a:lvl6pPr>
            <a:lvl7pPr indent="-371475" lvl="6" marL="3200400" algn="l">
              <a:lnSpc>
                <a:spcPct val="100000"/>
              </a:lnSpc>
              <a:spcBef>
                <a:spcPts val="5900"/>
              </a:spcBef>
              <a:spcAft>
                <a:spcPts val="0"/>
              </a:spcAft>
              <a:buSzPts val="2250"/>
              <a:buChar char="•"/>
              <a:defRPr/>
            </a:lvl7pPr>
            <a:lvl8pPr indent="-371475" lvl="7" marL="3657600" algn="l">
              <a:lnSpc>
                <a:spcPct val="100000"/>
              </a:lnSpc>
              <a:spcBef>
                <a:spcPts val="5900"/>
              </a:spcBef>
              <a:spcAft>
                <a:spcPts val="0"/>
              </a:spcAft>
              <a:buSzPts val="2250"/>
              <a:buChar char="•"/>
              <a:defRPr/>
            </a:lvl8pPr>
            <a:lvl9pPr indent="-371475" lvl="8" marL="4114800" algn="l">
              <a:lnSpc>
                <a:spcPct val="100000"/>
              </a:lnSpc>
              <a:spcBef>
                <a:spcPts val="5900"/>
              </a:spcBef>
              <a:spcAft>
                <a:spcPts val="0"/>
              </a:spcAft>
              <a:buSzPts val="2250"/>
              <a:buChar char="•"/>
              <a:defRPr/>
            </a:lvl9pPr>
          </a:lstStyle>
          <a:p/>
        </p:txBody>
      </p:sp>
      <p:sp>
        <p:nvSpPr>
          <p:cNvPr id="40" name="Google Shape;40;p9"/>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noAutofit/>
          </a:bodyPr>
          <a:lstStyle>
            <a:lvl1pPr indent="0" lvl="0"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3 Up">
  <p:cSld name="Photo - 3 Up">
    <p:spTree>
      <p:nvGrpSpPr>
        <p:cNvPr id="41" name="Shape 41"/>
        <p:cNvGrpSpPr/>
        <p:nvPr/>
      </p:nvGrpSpPr>
      <p:grpSpPr>
        <a:xfrm>
          <a:off x="0" y="0"/>
          <a:ext cx="0" cy="0"/>
          <a:chOff x="0" y="0"/>
          <a:chExt cx="0" cy="0"/>
        </a:xfrm>
      </p:grpSpPr>
      <p:sp>
        <p:nvSpPr>
          <p:cNvPr id="42" name="Google Shape;42;p10"/>
          <p:cNvSpPr/>
          <p:nvPr>
            <p:ph idx="2" type="pic"/>
          </p:nvPr>
        </p:nvSpPr>
        <p:spPr>
          <a:xfrm>
            <a:off x="15760700" y="6870700"/>
            <a:ext cx="7404100" cy="5549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1pPr>
            <a:lvl2pPr lvl="1"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2pPr>
            <a:lvl3pPr lvl="2"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3pPr>
            <a:lvl4pPr lvl="3"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4pPr>
            <a:lvl5pPr lvl="4"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5pPr>
            <a:lvl6pPr lvl="5"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6pPr>
            <a:lvl7pPr lvl="6"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7pPr>
            <a:lvl8pPr lvl="7"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8pPr>
            <a:lvl9pPr lvl="8"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9pPr>
          </a:lstStyle>
          <a:p/>
        </p:txBody>
      </p:sp>
      <p:sp>
        <p:nvSpPr>
          <p:cNvPr id="43" name="Google Shape;43;p10"/>
          <p:cNvSpPr/>
          <p:nvPr>
            <p:ph idx="3" type="pic"/>
          </p:nvPr>
        </p:nvSpPr>
        <p:spPr>
          <a:xfrm>
            <a:off x="15760700" y="952500"/>
            <a:ext cx="7404100" cy="5549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1pPr>
            <a:lvl2pPr lvl="1"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2pPr>
            <a:lvl3pPr lvl="2"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3pPr>
            <a:lvl4pPr lvl="3"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4pPr>
            <a:lvl5pPr lvl="4"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5pPr>
            <a:lvl6pPr lvl="5"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6pPr>
            <a:lvl7pPr lvl="6"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7pPr>
            <a:lvl8pPr lvl="7"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8pPr>
            <a:lvl9pPr lvl="8"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9pPr>
          </a:lstStyle>
          <a:p/>
        </p:txBody>
      </p:sp>
      <p:sp>
        <p:nvSpPr>
          <p:cNvPr id="44" name="Google Shape;44;p10"/>
          <p:cNvSpPr/>
          <p:nvPr>
            <p:ph idx="4" type="pic"/>
          </p:nvPr>
        </p:nvSpPr>
        <p:spPr>
          <a:xfrm>
            <a:off x="1206500" y="952500"/>
            <a:ext cx="14173200" cy="11468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1pPr>
            <a:lvl2pPr lvl="1"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2pPr>
            <a:lvl3pPr lvl="2"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3pPr>
            <a:lvl4pPr lvl="3"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4pPr>
            <a:lvl5pPr lvl="4"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5pPr>
            <a:lvl6pPr lvl="5"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6pPr>
            <a:lvl7pPr lvl="6"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7pPr>
            <a:lvl8pPr lvl="7"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8pPr>
            <a:lvl9pPr lvl="8"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9pPr>
          </a:lstStyle>
          <a:p/>
        </p:txBody>
      </p:sp>
      <p:sp>
        <p:nvSpPr>
          <p:cNvPr id="45" name="Google Shape;45;p10"/>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noAutofit/>
          </a:bodyPr>
          <a:lstStyle>
            <a:lvl1pPr indent="0" lvl="0"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46" name="Shape 46"/>
        <p:cNvGrpSpPr/>
        <p:nvPr/>
      </p:nvGrpSpPr>
      <p:grpSpPr>
        <a:xfrm>
          <a:off x="0" y="0"/>
          <a:ext cx="0" cy="0"/>
          <a:chOff x="0" y="0"/>
          <a:chExt cx="0" cy="0"/>
        </a:xfrm>
      </p:grpSpPr>
      <p:sp>
        <p:nvSpPr>
          <p:cNvPr id="47" name="Google Shape;47;p11"/>
          <p:cNvSpPr txBox="1"/>
          <p:nvPr>
            <p:ph idx="1" type="body"/>
          </p:nvPr>
        </p:nvSpPr>
        <p:spPr>
          <a:xfrm>
            <a:off x="2387600" y="8953500"/>
            <a:ext cx="19621500" cy="585521"/>
          </a:xfrm>
          <a:prstGeom prst="rect">
            <a:avLst/>
          </a:prstGeom>
          <a:noFill/>
          <a:ln>
            <a:noFill/>
          </a:ln>
        </p:spPr>
        <p:txBody>
          <a:bodyPr anchorCtr="0" anchor="t" bIns="50800" lIns="50800" spcFirstLastPara="1" rIns="50800" wrap="square" tIns="50800">
            <a:noAutofit/>
          </a:bodyPr>
          <a:lstStyle>
            <a:lvl1pPr indent="-228600" lvl="0" marL="457200" algn="ctr">
              <a:lnSpc>
                <a:spcPct val="100000"/>
              </a:lnSpc>
              <a:spcBef>
                <a:spcPts val="0"/>
              </a:spcBef>
              <a:spcAft>
                <a:spcPts val="0"/>
              </a:spcAft>
              <a:buClr>
                <a:srgbClr val="FFFFFF"/>
              </a:buClr>
              <a:buSzPts val="3200"/>
              <a:buFont typeface="Helvetica Neue"/>
              <a:buNone/>
              <a:defRPr i="1" sz="3200"/>
            </a:lvl1pPr>
            <a:lvl2pPr indent="-371475" lvl="1" marL="914400" algn="l">
              <a:lnSpc>
                <a:spcPct val="100000"/>
              </a:lnSpc>
              <a:spcBef>
                <a:spcPts val="5900"/>
              </a:spcBef>
              <a:spcAft>
                <a:spcPts val="0"/>
              </a:spcAft>
              <a:buSzPts val="2250"/>
              <a:buChar char="•"/>
              <a:defRPr/>
            </a:lvl2pPr>
            <a:lvl3pPr indent="-371475" lvl="2" marL="1371600" algn="l">
              <a:lnSpc>
                <a:spcPct val="100000"/>
              </a:lnSpc>
              <a:spcBef>
                <a:spcPts val="5900"/>
              </a:spcBef>
              <a:spcAft>
                <a:spcPts val="0"/>
              </a:spcAft>
              <a:buSzPts val="2250"/>
              <a:buChar char="•"/>
              <a:defRPr/>
            </a:lvl3pPr>
            <a:lvl4pPr indent="-371475" lvl="3" marL="1828800" algn="l">
              <a:lnSpc>
                <a:spcPct val="100000"/>
              </a:lnSpc>
              <a:spcBef>
                <a:spcPts val="5900"/>
              </a:spcBef>
              <a:spcAft>
                <a:spcPts val="0"/>
              </a:spcAft>
              <a:buSzPts val="2250"/>
              <a:buChar char="•"/>
              <a:defRPr/>
            </a:lvl4pPr>
            <a:lvl5pPr indent="-371475" lvl="4" marL="2286000" algn="l">
              <a:lnSpc>
                <a:spcPct val="100000"/>
              </a:lnSpc>
              <a:spcBef>
                <a:spcPts val="5900"/>
              </a:spcBef>
              <a:spcAft>
                <a:spcPts val="0"/>
              </a:spcAft>
              <a:buSzPts val="2250"/>
              <a:buChar char="•"/>
              <a:defRPr/>
            </a:lvl5pPr>
            <a:lvl6pPr indent="-371475" lvl="5" marL="2743200" algn="l">
              <a:lnSpc>
                <a:spcPct val="100000"/>
              </a:lnSpc>
              <a:spcBef>
                <a:spcPts val="5900"/>
              </a:spcBef>
              <a:spcAft>
                <a:spcPts val="0"/>
              </a:spcAft>
              <a:buSzPts val="2250"/>
              <a:buChar char="•"/>
              <a:defRPr/>
            </a:lvl6pPr>
            <a:lvl7pPr indent="-371475" lvl="6" marL="3200400" algn="l">
              <a:lnSpc>
                <a:spcPct val="100000"/>
              </a:lnSpc>
              <a:spcBef>
                <a:spcPts val="5900"/>
              </a:spcBef>
              <a:spcAft>
                <a:spcPts val="0"/>
              </a:spcAft>
              <a:buSzPts val="2250"/>
              <a:buChar char="•"/>
              <a:defRPr/>
            </a:lvl7pPr>
            <a:lvl8pPr indent="-371475" lvl="7" marL="3657600" algn="l">
              <a:lnSpc>
                <a:spcPct val="100000"/>
              </a:lnSpc>
              <a:spcBef>
                <a:spcPts val="5900"/>
              </a:spcBef>
              <a:spcAft>
                <a:spcPts val="0"/>
              </a:spcAft>
              <a:buSzPts val="2250"/>
              <a:buChar char="•"/>
              <a:defRPr/>
            </a:lvl8pPr>
            <a:lvl9pPr indent="-371475" lvl="8" marL="4114800" algn="l">
              <a:lnSpc>
                <a:spcPct val="100000"/>
              </a:lnSpc>
              <a:spcBef>
                <a:spcPts val="5900"/>
              </a:spcBef>
              <a:spcAft>
                <a:spcPts val="0"/>
              </a:spcAft>
              <a:buSzPts val="2250"/>
              <a:buChar char="•"/>
              <a:defRPr/>
            </a:lvl9pPr>
          </a:lstStyle>
          <a:p/>
        </p:txBody>
      </p:sp>
      <p:sp>
        <p:nvSpPr>
          <p:cNvPr id="48" name="Google Shape;48;p11"/>
          <p:cNvSpPr txBox="1"/>
          <p:nvPr>
            <p:ph idx="2" type="body"/>
          </p:nvPr>
        </p:nvSpPr>
        <p:spPr>
          <a:xfrm>
            <a:off x="2387600" y="6076950"/>
            <a:ext cx="19621500" cy="825500"/>
          </a:xfrm>
          <a:prstGeom prst="rect">
            <a:avLst/>
          </a:prstGeom>
          <a:noFill/>
          <a:ln>
            <a:noFill/>
          </a:ln>
        </p:spPr>
        <p:txBody>
          <a:bodyPr anchorCtr="0" anchor="ctr" bIns="50800" lIns="50800" spcFirstLastPara="1" rIns="50800" wrap="square" tIns="50800">
            <a:noAutofit/>
          </a:bodyPr>
          <a:lstStyle>
            <a:lvl1pPr indent="-228600" lvl="0" marL="457200" algn="ctr">
              <a:lnSpc>
                <a:spcPct val="100000"/>
              </a:lnSpc>
              <a:spcBef>
                <a:spcPts val="0"/>
              </a:spcBef>
              <a:spcAft>
                <a:spcPts val="0"/>
              </a:spcAft>
              <a:buClr>
                <a:srgbClr val="FFFFFF"/>
              </a:buClr>
              <a:buSzPts val="4800"/>
              <a:buFont typeface="Helvetica Neue"/>
              <a:buNone/>
              <a:defRPr>
                <a:latin typeface="Helvetica Neue"/>
                <a:ea typeface="Helvetica Neue"/>
                <a:cs typeface="Helvetica Neue"/>
                <a:sym typeface="Helvetica Neue"/>
              </a:defRPr>
            </a:lvl1pPr>
            <a:lvl2pPr indent="-371475" lvl="1" marL="914400" algn="l">
              <a:lnSpc>
                <a:spcPct val="100000"/>
              </a:lnSpc>
              <a:spcBef>
                <a:spcPts val="5900"/>
              </a:spcBef>
              <a:spcAft>
                <a:spcPts val="0"/>
              </a:spcAft>
              <a:buSzPts val="2250"/>
              <a:buChar char="•"/>
              <a:defRPr/>
            </a:lvl2pPr>
            <a:lvl3pPr indent="-371475" lvl="2" marL="1371600" algn="l">
              <a:lnSpc>
                <a:spcPct val="100000"/>
              </a:lnSpc>
              <a:spcBef>
                <a:spcPts val="5900"/>
              </a:spcBef>
              <a:spcAft>
                <a:spcPts val="0"/>
              </a:spcAft>
              <a:buSzPts val="2250"/>
              <a:buChar char="•"/>
              <a:defRPr/>
            </a:lvl3pPr>
            <a:lvl4pPr indent="-371475" lvl="3" marL="1828800" algn="l">
              <a:lnSpc>
                <a:spcPct val="100000"/>
              </a:lnSpc>
              <a:spcBef>
                <a:spcPts val="5900"/>
              </a:spcBef>
              <a:spcAft>
                <a:spcPts val="0"/>
              </a:spcAft>
              <a:buSzPts val="2250"/>
              <a:buChar char="•"/>
              <a:defRPr/>
            </a:lvl4pPr>
            <a:lvl5pPr indent="-371475" lvl="4" marL="2286000" algn="l">
              <a:lnSpc>
                <a:spcPct val="100000"/>
              </a:lnSpc>
              <a:spcBef>
                <a:spcPts val="5900"/>
              </a:spcBef>
              <a:spcAft>
                <a:spcPts val="0"/>
              </a:spcAft>
              <a:buSzPts val="2250"/>
              <a:buChar char="•"/>
              <a:defRPr/>
            </a:lvl5pPr>
            <a:lvl6pPr indent="-371475" lvl="5" marL="2743200" algn="l">
              <a:lnSpc>
                <a:spcPct val="100000"/>
              </a:lnSpc>
              <a:spcBef>
                <a:spcPts val="5900"/>
              </a:spcBef>
              <a:spcAft>
                <a:spcPts val="0"/>
              </a:spcAft>
              <a:buSzPts val="2250"/>
              <a:buChar char="•"/>
              <a:defRPr/>
            </a:lvl6pPr>
            <a:lvl7pPr indent="-371475" lvl="6" marL="3200400" algn="l">
              <a:lnSpc>
                <a:spcPct val="100000"/>
              </a:lnSpc>
              <a:spcBef>
                <a:spcPts val="5900"/>
              </a:spcBef>
              <a:spcAft>
                <a:spcPts val="0"/>
              </a:spcAft>
              <a:buSzPts val="2250"/>
              <a:buChar char="•"/>
              <a:defRPr/>
            </a:lvl7pPr>
            <a:lvl8pPr indent="-371475" lvl="7" marL="3657600" algn="l">
              <a:lnSpc>
                <a:spcPct val="100000"/>
              </a:lnSpc>
              <a:spcBef>
                <a:spcPts val="5900"/>
              </a:spcBef>
              <a:spcAft>
                <a:spcPts val="0"/>
              </a:spcAft>
              <a:buSzPts val="2250"/>
              <a:buChar char="•"/>
              <a:defRPr/>
            </a:lvl8pPr>
            <a:lvl9pPr indent="-371475" lvl="8" marL="4114800" algn="l">
              <a:lnSpc>
                <a:spcPct val="100000"/>
              </a:lnSpc>
              <a:spcBef>
                <a:spcPts val="5900"/>
              </a:spcBef>
              <a:spcAft>
                <a:spcPts val="0"/>
              </a:spcAft>
              <a:buSzPts val="2250"/>
              <a:buChar char="•"/>
              <a:defRPr/>
            </a:lvl9pPr>
          </a:lstStyle>
          <a:p/>
        </p:txBody>
      </p:sp>
      <p:sp>
        <p:nvSpPr>
          <p:cNvPr id="49" name="Google Shape;49;p11"/>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noAutofit/>
          </a:bodyPr>
          <a:lstStyle>
            <a:lvl1pPr indent="0" lvl="0"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p:cSld name="Photo">
    <p:spTree>
      <p:nvGrpSpPr>
        <p:cNvPr id="50" name="Shape 50"/>
        <p:cNvGrpSpPr/>
        <p:nvPr/>
      </p:nvGrpSpPr>
      <p:grpSpPr>
        <a:xfrm>
          <a:off x="0" y="0"/>
          <a:ext cx="0" cy="0"/>
          <a:chOff x="0" y="0"/>
          <a:chExt cx="0" cy="0"/>
        </a:xfrm>
      </p:grpSpPr>
      <p:sp>
        <p:nvSpPr>
          <p:cNvPr id="51" name="Google Shape;51;p12"/>
          <p:cNvSpPr/>
          <p:nvPr>
            <p:ph idx="2" type="pic"/>
          </p:nvPr>
        </p:nvSpPr>
        <p:spPr>
          <a:xfrm>
            <a:off x="0" y="0"/>
            <a:ext cx="24384001" cy="13716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1pPr>
            <a:lvl2pPr lvl="1"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2pPr>
            <a:lvl3pPr lvl="2"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3pPr>
            <a:lvl4pPr lvl="3"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4pPr>
            <a:lvl5pPr lvl="4"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5pPr>
            <a:lvl6pPr lvl="5"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6pPr>
            <a:lvl7pPr lvl="6"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7pPr>
            <a:lvl8pPr lvl="7"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8pPr>
            <a:lvl9pPr lvl="8"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9pPr>
          </a:lstStyle>
          <a:p/>
        </p:txBody>
      </p:sp>
      <p:sp>
        <p:nvSpPr>
          <p:cNvPr id="52" name="Google Shape;52;p12"/>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noAutofit/>
          </a:bodyPr>
          <a:lstStyle>
            <a:lvl1pPr indent="0" lvl="0"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53" name="Shape 53"/>
        <p:cNvGrpSpPr/>
        <p:nvPr/>
      </p:nvGrpSpPr>
      <p:grpSpPr>
        <a:xfrm>
          <a:off x="0" y="0"/>
          <a:ext cx="0" cy="0"/>
          <a:chOff x="0" y="0"/>
          <a:chExt cx="0" cy="0"/>
        </a:xfrm>
      </p:grpSpPr>
      <p:sp>
        <p:nvSpPr>
          <p:cNvPr id="54" name="Google Shape;54;p13"/>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noAutofit/>
          </a:bodyPr>
          <a:lstStyle>
            <a:lvl1pPr indent="0" lvl="0"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1pPr>
            <a:lvl2pPr indent="0" lvl="1"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2pPr>
            <a:lvl3pPr indent="0" lvl="2"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3pPr>
            <a:lvl4pPr indent="0" lvl="3"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4pPr>
            <a:lvl5pPr indent="0" lvl="4"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5pPr>
            <a:lvl6pPr indent="0" lvl="5"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6pPr>
            <a:lvl7pPr indent="0" lvl="6"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7pPr>
            <a:lvl8pPr indent="0" lvl="7"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8pPr>
            <a:lvl9pPr indent="0" lvl="8" marL="0" algn="ctr">
              <a:lnSpc>
                <a:spcPct val="100000"/>
              </a:lnSpc>
              <a:spcBef>
                <a:spcPts val="0"/>
              </a:spcBef>
              <a:spcAft>
                <a:spcPts val="0"/>
              </a:spcAft>
              <a:buClr>
                <a:srgbClr val="FFFFFF"/>
              </a:buClr>
              <a:buSzPts val="2400"/>
              <a:buFont typeface="Helvetica Neue Light"/>
              <a:buNone/>
              <a:defRPr b="0" sz="2400">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2">
    <p:spTree>
      <p:nvGrpSpPr>
        <p:cNvPr id="55" name="Shape 55"/>
        <p:cNvGrpSpPr/>
        <p:nvPr/>
      </p:nvGrpSpPr>
      <p:grpSpPr>
        <a:xfrm>
          <a:off x="0" y="0"/>
          <a:ext cx="0" cy="0"/>
          <a:chOff x="0" y="0"/>
          <a:chExt cx="0" cy="0"/>
        </a:xfrm>
      </p:grpSpPr>
      <p:sp>
        <p:nvSpPr>
          <p:cNvPr id="56" name="Google Shape;56;p14"/>
          <p:cNvSpPr txBox="1"/>
          <p:nvPr>
            <p:ph type="title"/>
          </p:nvPr>
        </p:nvSpPr>
        <p:spPr>
          <a:xfrm>
            <a:off x="831200" y="1186733"/>
            <a:ext cx="22721700" cy="1527300"/>
          </a:xfrm>
          <a:prstGeom prst="rect">
            <a:avLst/>
          </a:prstGeom>
        </p:spPr>
        <p:txBody>
          <a:bodyPr anchorCtr="0" anchor="t" bIns="50800" lIns="50800" spcFirstLastPara="1" rIns="50800" wrap="square" tIns="50800">
            <a:noAutofit/>
          </a:bodyPr>
          <a:lstStyle>
            <a:lvl1pPr lvl="0" rtl="0">
              <a:spcBef>
                <a:spcPts val="0"/>
              </a:spcBef>
              <a:spcAft>
                <a:spcPts val="0"/>
              </a:spcAft>
              <a:buNone/>
              <a:defRPr>
                <a:latin typeface="Lato"/>
                <a:ea typeface="Lato"/>
                <a:cs typeface="Lato"/>
                <a:sym typeface="Lato"/>
              </a:defRPr>
            </a:lvl1pPr>
            <a:lvl2pPr lvl="1" rtl="0">
              <a:spcBef>
                <a:spcPts val="0"/>
              </a:spcBef>
              <a:spcAft>
                <a:spcPts val="0"/>
              </a:spcAft>
              <a:buNone/>
              <a:defRPr>
                <a:latin typeface="Lato"/>
                <a:ea typeface="Lato"/>
                <a:cs typeface="Lato"/>
                <a:sym typeface="Lato"/>
              </a:defRPr>
            </a:lvl2pPr>
            <a:lvl3pPr lvl="2" rtl="0">
              <a:spcBef>
                <a:spcPts val="0"/>
              </a:spcBef>
              <a:spcAft>
                <a:spcPts val="0"/>
              </a:spcAft>
              <a:buNone/>
              <a:defRPr>
                <a:latin typeface="Lato"/>
                <a:ea typeface="Lato"/>
                <a:cs typeface="Lato"/>
                <a:sym typeface="Lato"/>
              </a:defRPr>
            </a:lvl3pPr>
            <a:lvl4pPr lvl="3" rtl="0">
              <a:spcBef>
                <a:spcPts val="0"/>
              </a:spcBef>
              <a:spcAft>
                <a:spcPts val="0"/>
              </a:spcAft>
              <a:buNone/>
              <a:defRPr>
                <a:latin typeface="Lato"/>
                <a:ea typeface="Lato"/>
                <a:cs typeface="Lato"/>
                <a:sym typeface="Lato"/>
              </a:defRPr>
            </a:lvl4pPr>
            <a:lvl5pPr lvl="4" rtl="0">
              <a:spcBef>
                <a:spcPts val="0"/>
              </a:spcBef>
              <a:spcAft>
                <a:spcPts val="0"/>
              </a:spcAft>
              <a:buNone/>
              <a:defRPr>
                <a:latin typeface="Lato"/>
                <a:ea typeface="Lato"/>
                <a:cs typeface="Lato"/>
                <a:sym typeface="Lato"/>
              </a:defRPr>
            </a:lvl5pPr>
            <a:lvl6pPr lvl="5" rtl="0">
              <a:spcBef>
                <a:spcPts val="0"/>
              </a:spcBef>
              <a:spcAft>
                <a:spcPts val="0"/>
              </a:spcAft>
              <a:buNone/>
              <a:defRPr>
                <a:latin typeface="Lato"/>
                <a:ea typeface="Lato"/>
                <a:cs typeface="Lato"/>
                <a:sym typeface="Lato"/>
              </a:defRPr>
            </a:lvl6pPr>
            <a:lvl7pPr lvl="6" rtl="0">
              <a:spcBef>
                <a:spcPts val="0"/>
              </a:spcBef>
              <a:spcAft>
                <a:spcPts val="0"/>
              </a:spcAft>
              <a:buNone/>
              <a:defRPr>
                <a:latin typeface="Lato"/>
                <a:ea typeface="Lato"/>
                <a:cs typeface="Lato"/>
                <a:sym typeface="Lato"/>
              </a:defRPr>
            </a:lvl7pPr>
            <a:lvl8pPr lvl="7" rtl="0">
              <a:spcBef>
                <a:spcPts val="0"/>
              </a:spcBef>
              <a:spcAft>
                <a:spcPts val="0"/>
              </a:spcAft>
              <a:buNone/>
              <a:defRPr>
                <a:latin typeface="Lato"/>
                <a:ea typeface="Lato"/>
                <a:cs typeface="Lato"/>
                <a:sym typeface="Lato"/>
              </a:defRPr>
            </a:lvl8pPr>
            <a:lvl9pPr lvl="8" rtl="0">
              <a:spcBef>
                <a:spcPts val="0"/>
              </a:spcBef>
              <a:spcAft>
                <a:spcPts val="0"/>
              </a:spcAft>
              <a:buNone/>
              <a:defRPr>
                <a:latin typeface="Lato"/>
                <a:ea typeface="Lato"/>
                <a:cs typeface="Lato"/>
                <a:sym typeface="Lato"/>
              </a:defRPr>
            </a:lvl9pPr>
          </a:lstStyle>
          <a:p/>
        </p:txBody>
      </p:sp>
      <p:sp>
        <p:nvSpPr>
          <p:cNvPr id="57" name="Google Shape;57;p14"/>
          <p:cNvSpPr txBox="1"/>
          <p:nvPr>
            <p:ph idx="12" type="sldNum"/>
          </p:nvPr>
        </p:nvSpPr>
        <p:spPr>
          <a:xfrm>
            <a:off x="22763473" y="12666269"/>
            <a:ext cx="1463100" cy="1049700"/>
          </a:xfrm>
          <a:prstGeom prst="rect">
            <a:avLst/>
          </a:prstGeom>
        </p:spPr>
        <p:txBody>
          <a:bodyPr anchorCtr="0" anchor="t" bIns="50800" lIns="50800" spcFirstLastPara="1" rIns="50800" wrap="square" tIns="5080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6"/>
          <p:cNvSpPr txBox="1"/>
          <p:nvPr>
            <p:ph idx="10" type="dt"/>
          </p:nvPr>
        </p:nvSpPr>
        <p:spPr>
          <a:xfrm>
            <a:off x="685800" y="9534525"/>
            <a:ext cx="3200400" cy="547800"/>
          </a:xfrm>
          <a:prstGeom prst="rect">
            <a:avLst/>
          </a:prstGeom>
          <a:noFill/>
          <a:ln>
            <a:noFill/>
          </a:ln>
        </p:spPr>
        <p:txBody>
          <a:bodyPr anchorCtr="0" anchor="ctr" bIns="68550" lIns="137150" spcFirstLastPara="1" rIns="137150" wrap="square" tIns="68550">
            <a:noAutofit/>
          </a:bodyPr>
          <a:lstStyle>
            <a:lvl1pPr lvl="0" algn="l">
              <a:spcBef>
                <a:spcPts val="0"/>
              </a:spcBef>
              <a:spcAft>
                <a:spcPts val="0"/>
              </a:spcAft>
              <a:buSzPts val="2100"/>
              <a:buNone/>
              <a:defRPr/>
            </a:lvl1pPr>
            <a:lvl2pPr lvl="1" algn="l">
              <a:spcBef>
                <a:spcPts val="0"/>
              </a:spcBef>
              <a:spcAft>
                <a:spcPts val="0"/>
              </a:spcAft>
              <a:buSzPts val="2100"/>
              <a:buNone/>
              <a:defRPr/>
            </a:lvl2pPr>
            <a:lvl3pPr lvl="2" algn="l">
              <a:spcBef>
                <a:spcPts val="0"/>
              </a:spcBef>
              <a:spcAft>
                <a:spcPts val="0"/>
              </a:spcAft>
              <a:buSzPts val="2100"/>
              <a:buNone/>
              <a:defRPr/>
            </a:lvl3pPr>
            <a:lvl4pPr lvl="3" algn="l">
              <a:spcBef>
                <a:spcPts val="0"/>
              </a:spcBef>
              <a:spcAft>
                <a:spcPts val="0"/>
              </a:spcAft>
              <a:buSzPts val="2100"/>
              <a:buNone/>
              <a:defRPr/>
            </a:lvl4pPr>
            <a:lvl5pPr lvl="4" algn="l">
              <a:spcBef>
                <a:spcPts val="0"/>
              </a:spcBef>
              <a:spcAft>
                <a:spcPts val="0"/>
              </a:spcAft>
              <a:buSzPts val="2100"/>
              <a:buNone/>
              <a:defRPr/>
            </a:lvl5pPr>
            <a:lvl6pPr lvl="5" algn="l">
              <a:spcBef>
                <a:spcPts val="0"/>
              </a:spcBef>
              <a:spcAft>
                <a:spcPts val="0"/>
              </a:spcAft>
              <a:buSzPts val="2100"/>
              <a:buNone/>
              <a:defRPr/>
            </a:lvl6pPr>
            <a:lvl7pPr lvl="6" algn="l">
              <a:spcBef>
                <a:spcPts val="0"/>
              </a:spcBef>
              <a:spcAft>
                <a:spcPts val="0"/>
              </a:spcAft>
              <a:buSzPts val="2100"/>
              <a:buNone/>
              <a:defRPr/>
            </a:lvl7pPr>
            <a:lvl8pPr lvl="7" algn="l">
              <a:spcBef>
                <a:spcPts val="0"/>
              </a:spcBef>
              <a:spcAft>
                <a:spcPts val="0"/>
              </a:spcAft>
              <a:buSzPts val="2100"/>
              <a:buNone/>
              <a:defRPr/>
            </a:lvl8pPr>
            <a:lvl9pPr lvl="8" algn="l">
              <a:spcBef>
                <a:spcPts val="0"/>
              </a:spcBef>
              <a:spcAft>
                <a:spcPts val="0"/>
              </a:spcAft>
              <a:buSzPts val="2100"/>
              <a:buNone/>
              <a:defRPr/>
            </a:lvl9pPr>
          </a:lstStyle>
          <a:p/>
        </p:txBody>
      </p:sp>
      <p:sp>
        <p:nvSpPr>
          <p:cNvPr id="66" name="Google Shape;66;p16"/>
          <p:cNvSpPr txBox="1"/>
          <p:nvPr>
            <p:ph idx="11" type="ftr"/>
          </p:nvPr>
        </p:nvSpPr>
        <p:spPr>
          <a:xfrm>
            <a:off x="4686300" y="9534525"/>
            <a:ext cx="4343400" cy="547800"/>
          </a:xfrm>
          <a:prstGeom prst="rect">
            <a:avLst/>
          </a:prstGeom>
          <a:noFill/>
          <a:ln>
            <a:noFill/>
          </a:ln>
        </p:spPr>
        <p:txBody>
          <a:bodyPr anchorCtr="0" anchor="ctr" bIns="68550" lIns="137150" spcFirstLastPara="1" rIns="137150" wrap="square" tIns="68550">
            <a:noAutofit/>
          </a:bodyPr>
          <a:lstStyle>
            <a:lvl1pPr lvl="0" algn="ctr">
              <a:spcBef>
                <a:spcPts val="0"/>
              </a:spcBef>
              <a:spcAft>
                <a:spcPts val="0"/>
              </a:spcAft>
              <a:buSzPts val="2100"/>
              <a:buNone/>
              <a:defRPr/>
            </a:lvl1pPr>
            <a:lvl2pPr lvl="1" algn="l">
              <a:spcBef>
                <a:spcPts val="0"/>
              </a:spcBef>
              <a:spcAft>
                <a:spcPts val="0"/>
              </a:spcAft>
              <a:buSzPts val="2100"/>
              <a:buNone/>
              <a:defRPr/>
            </a:lvl2pPr>
            <a:lvl3pPr lvl="2" algn="l">
              <a:spcBef>
                <a:spcPts val="0"/>
              </a:spcBef>
              <a:spcAft>
                <a:spcPts val="0"/>
              </a:spcAft>
              <a:buSzPts val="2100"/>
              <a:buNone/>
              <a:defRPr/>
            </a:lvl3pPr>
            <a:lvl4pPr lvl="3" algn="l">
              <a:spcBef>
                <a:spcPts val="0"/>
              </a:spcBef>
              <a:spcAft>
                <a:spcPts val="0"/>
              </a:spcAft>
              <a:buSzPts val="2100"/>
              <a:buNone/>
              <a:defRPr/>
            </a:lvl4pPr>
            <a:lvl5pPr lvl="4" algn="l">
              <a:spcBef>
                <a:spcPts val="0"/>
              </a:spcBef>
              <a:spcAft>
                <a:spcPts val="0"/>
              </a:spcAft>
              <a:buSzPts val="2100"/>
              <a:buNone/>
              <a:defRPr/>
            </a:lvl5pPr>
            <a:lvl6pPr lvl="5" algn="l">
              <a:spcBef>
                <a:spcPts val="0"/>
              </a:spcBef>
              <a:spcAft>
                <a:spcPts val="0"/>
              </a:spcAft>
              <a:buSzPts val="2100"/>
              <a:buNone/>
              <a:defRPr/>
            </a:lvl6pPr>
            <a:lvl7pPr lvl="6" algn="l">
              <a:spcBef>
                <a:spcPts val="0"/>
              </a:spcBef>
              <a:spcAft>
                <a:spcPts val="0"/>
              </a:spcAft>
              <a:buSzPts val="2100"/>
              <a:buNone/>
              <a:defRPr/>
            </a:lvl7pPr>
            <a:lvl8pPr lvl="7" algn="l">
              <a:spcBef>
                <a:spcPts val="0"/>
              </a:spcBef>
              <a:spcAft>
                <a:spcPts val="0"/>
              </a:spcAft>
              <a:buSzPts val="2100"/>
              <a:buNone/>
              <a:defRPr/>
            </a:lvl8pPr>
            <a:lvl9pPr lvl="8" algn="l">
              <a:spcBef>
                <a:spcPts val="0"/>
              </a:spcBef>
              <a:spcAft>
                <a:spcPts val="0"/>
              </a:spcAft>
              <a:buSzPts val="2100"/>
              <a:buNone/>
              <a:defRPr/>
            </a:lvl9pPr>
          </a:lstStyle>
          <a:p/>
        </p:txBody>
      </p:sp>
      <p:sp>
        <p:nvSpPr>
          <p:cNvPr id="67" name="Google Shape;67;p16"/>
          <p:cNvSpPr txBox="1"/>
          <p:nvPr>
            <p:ph idx="12" type="sldNum"/>
          </p:nvPr>
        </p:nvSpPr>
        <p:spPr>
          <a:xfrm>
            <a:off x="9829800" y="9534525"/>
            <a:ext cx="3200400" cy="547800"/>
          </a:xfrm>
          <a:prstGeom prst="rect">
            <a:avLst/>
          </a:prstGeom>
          <a:noFill/>
          <a:ln>
            <a:noFill/>
          </a:ln>
        </p:spPr>
        <p:txBody>
          <a:bodyPr anchorCtr="0" anchor="ctr" bIns="68550" lIns="137150" spcFirstLastPara="1" rIns="137150" wrap="square" tIns="68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8" name="Shape 68"/>
        <p:cNvGrpSpPr/>
        <p:nvPr/>
      </p:nvGrpSpPr>
      <p:grpSpPr>
        <a:xfrm>
          <a:off x="0" y="0"/>
          <a:ext cx="0" cy="0"/>
          <a:chOff x="0" y="0"/>
          <a:chExt cx="0" cy="0"/>
        </a:xfrm>
      </p:grpSpPr>
      <p:sp>
        <p:nvSpPr>
          <p:cNvPr id="69" name="Google Shape;69;p17"/>
          <p:cNvSpPr txBox="1"/>
          <p:nvPr>
            <p:ph type="ctrTitle"/>
          </p:nvPr>
        </p:nvSpPr>
        <p:spPr>
          <a:xfrm>
            <a:off x="1028700" y="3195638"/>
            <a:ext cx="11658600" cy="2205000"/>
          </a:xfrm>
          <a:prstGeom prst="rect">
            <a:avLst/>
          </a:prstGeom>
          <a:noFill/>
          <a:ln>
            <a:noFill/>
          </a:ln>
        </p:spPr>
        <p:txBody>
          <a:bodyPr anchorCtr="0" anchor="ctr" bIns="68550" lIns="137150" spcFirstLastPara="1" rIns="137150" wrap="square" tIns="68550">
            <a:normAutofit/>
          </a:bodyPr>
          <a:lstStyle>
            <a:lvl1pPr lvl="0" algn="ctr">
              <a:spcBef>
                <a:spcPts val="0"/>
              </a:spcBef>
              <a:spcAft>
                <a:spcPts val="0"/>
              </a:spcAft>
              <a:buClr>
                <a:schemeClr val="dk1"/>
              </a:buClr>
              <a:buSzPts val="2700"/>
              <a:buNone/>
              <a:defRPr/>
            </a:lvl1pPr>
            <a:lvl2pPr lvl="1">
              <a:spcBef>
                <a:spcPts val="0"/>
              </a:spcBef>
              <a:spcAft>
                <a:spcPts val="0"/>
              </a:spcAft>
              <a:buSzPts val="2100"/>
              <a:buNone/>
              <a:defRPr/>
            </a:lvl2pPr>
            <a:lvl3pPr lvl="2">
              <a:spcBef>
                <a:spcPts val="0"/>
              </a:spcBef>
              <a:spcAft>
                <a:spcPts val="0"/>
              </a:spcAft>
              <a:buSzPts val="2100"/>
              <a:buNone/>
              <a:defRPr/>
            </a:lvl3pPr>
            <a:lvl4pPr lvl="3">
              <a:spcBef>
                <a:spcPts val="0"/>
              </a:spcBef>
              <a:spcAft>
                <a:spcPts val="0"/>
              </a:spcAft>
              <a:buSzPts val="2100"/>
              <a:buNone/>
              <a:defRPr/>
            </a:lvl4pPr>
            <a:lvl5pPr lvl="4">
              <a:spcBef>
                <a:spcPts val="0"/>
              </a:spcBef>
              <a:spcAft>
                <a:spcPts val="0"/>
              </a:spcAft>
              <a:buSzPts val="2100"/>
              <a:buNone/>
              <a:defRPr/>
            </a:lvl5pPr>
            <a:lvl6pPr lvl="5">
              <a:spcBef>
                <a:spcPts val="0"/>
              </a:spcBef>
              <a:spcAft>
                <a:spcPts val="0"/>
              </a:spcAft>
              <a:buSzPts val="2100"/>
              <a:buNone/>
              <a:defRPr/>
            </a:lvl6pPr>
            <a:lvl7pPr lvl="6">
              <a:spcBef>
                <a:spcPts val="0"/>
              </a:spcBef>
              <a:spcAft>
                <a:spcPts val="0"/>
              </a:spcAft>
              <a:buSzPts val="2100"/>
              <a:buNone/>
              <a:defRPr/>
            </a:lvl7pPr>
            <a:lvl8pPr lvl="7">
              <a:spcBef>
                <a:spcPts val="0"/>
              </a:spcBef>
              <a:spcAft>
                <a:spcPts val="0"/>
              </a:spcAft>
              <a:buSzPts val="2100"/>
              <a:buNone/>
              <a:defRPr/>
            </a:lvl8pPr>
            <a:lvl9pPr lvl="8">
              <a:spcBef>
                <a:spcPts val="0"/>
              </a:spcBef>
              <a:spcAft>
                <a:spcPts val="0"/>
              </a:spcAft>
              <a:buSzPts val="2100"/>
              <a:buNone/>
              <a:defRPr/>
            </a:lvl9pPr>
          </a:lstStyle>
          <a:p/>
        </p:txBody>
      </p:sp>
      <p:sp>
        <p:nvSpPr>
          <p:cNvPr id="70" name="Google Shape;70;p17"/>
          <p:cNvSpPr txBox="1"/>
          <p:nvPr>
            <p:ph idx="1" type="subTitle"/>
          </p:nvPr>
        </p:nvSpPr>
        <p:spPr>
          <a:xfrm>
            <a:off x="2057400" y="5829300"/>
            <a:ext cx="9601200" cy="2628900"/>
          </a:xfrm>
          <a:prstGeom prst="rect">
            <a:avLst/>
          </a:prstGeom>
          <a:noFill/>
          <a:ln>
            <a:noFill/>
          </a:ln>
        </p:spPr>
        <p:txBody>
          <a:bodyPr anchorCtr="0" anchor="t" bIns="68550" lIns="137150" spcFirstLastPara="1" rIns="137150" wrap="square" tIns="68550">
            <a:normAutofit/>
          </a:bodyPr>
          <a:lstStyle>
            <a:lvl1pPr lvl="0" algn="ctr">
              <a:spcBef>
                <a:spcPts val="1000"/>
              </a:spcBef>
              <a:spcAft>
                <a:spcPts val="0"/>
              </a:spcAft>
              <a:buClr>
                <a:srgbClr val="888888"/>
              </a:buClr>
              <a:buSzPts val="4800"/>
              <a:buNone/>
              <a:defRPr>
                <a:solidFill>
                  <a:srgbClr val="888888"/>
                </a:solidFill>
              </a:defRPr>
            </a:lvl1pPr>
            <a:lvl2pPr lvl="1" algn="ctr">
              <a:spcBef>
                <a:spcPts val="800"/>
              </a:spcBef>
              <a:spcAft>
                <a:spcPts val="0"/>
              </a:spcAft>
              <a:buClr>
                <a:srgbClr val="888888"/>
              </a:buClr>
              <a:buSzPts val="4200"/>
              <a:buNone/>
              <a:defRPr>
                <a:solidFill>
                  <a:srgbClr val="888888"/>
                </a:solidFill>
              </a:defRPr>
            </a:lvl2pPr>
            <a:lvl3pPr lvl="2" algn="ctr">
              <a:spcBef>
                <a:spcPts val="700"/>
              </a:spcBef>
              <a:spcAft>
                <a:spcPts val="0"/>
              </a:spcAft>
              <a:buClr>
                <a:srgbClr val="888888"/>
              </a:buClr>
              <a:buSzPts val="3600"/>
              <a:buNone/>
              <a:defRPr>
                <a:solidFill>
                  <a:srgbClr val="888888"/>
                </a:solidFill>
              </a:defRPr>
            </a:lvl3pPr>
            <a:lvl4pPr lvl="3" algn="ctr">
              <a:spcBef>
                <a:spcPts val="600"/>
              </a:spcBef>
              <a:spcAft>
                <a:spcPts val="0"/>
              </a:spcAft>
              <a:buClr>
                <a:srgbClr val="888888"/>
              </a:buClr>
              <a:buSzPts val="3000"/>
              <a:buNone/>
              <a:defRPr>
                <a:solidFill>
                  <a:srgbClr val="888888"/>
                </a:solidFill>
              </a:defRPr>
            </a:lvl4pPr>
            <a:lvl5pPr lvl="4" algn="ctr">
              <a:spcBef>
                <a:spcPts val="600"/>
              </a:spcBef>
              <a:spcAft>
                <a:spcPts val="0"/>
              </a:spcAft>
              <a:buClr>
                <a:srgbClr val="888888"/>
              </a:buClr>
              <a:buSzPts val="3000"/>
              <a:buNone/>
              <a:defRPr>
                <a:solidFill>
                  <a:srgbClr val="888888"/>
                </a:solidFill>
              </a:defRPr>
            </a:lvl5pPr>
            <a:lvl6pPr lvl="5" algn="ctr">
              <a:spcBef>
                <a:spcPts val="600"/>
              </a:spcBef>
              <a:spcAft>
                <a:spcPts val="0"/>
              </a:spcAft>
              <a:buClr>
                <a:srgbClr val="888888"/>
              </a:buClr>
              <a:buSzPts val="3000"/>
              <a:buNone/>
              <a:defRPr>
                <a:solidFill>
                  <a:srgbClr val="888888"/>
                </a:solidFill>
              </a:defRPr>
            </a:lvl6pPr>
            <a:lvl7pPr lvl="6" algn="ctr">
              <a:spcBef>
                <a:spcPts val="600"/>
              </a:spcBef>
              <a:spcAft>
                <a:spcPts val="0"/>
              </a:spcAft>
              <a:buClr>
                <a:srgbClr val="888888"/>
              </a:buClr>
              <a:buSzPts val="3000"/>
              <a:buNone/>
              <a:defRPr>
                <a:solidFill>
                  <a:srgbClr val="888888"/>
                </a:solidFill>
              </a:defRPr>
            </a:lvl7pPr>
            <a:lvl8pPr lvl="7" algn="ctr">
              <a:spcBef>
                <a:spcPts val="600"/>
              </a:spcBef>
              <a:spcAft>
                <a:spcPts val="0"/>
              </a:spcAft>
              <a:buClr>
                <a:srgbClr val="888888"/>
              </a:buClr>
              <a:buSzPts val="3000"/>
              <a:buNone/>
              <a:defRPr>
                <a:solidFill>
                  <a:srgbClr val="888888"/>
                </a:solidFill>
              </a:defRPr>
            </a:lvl8pPr>
            <a:lvl9pPr lvl="8" algn="ctr">
              <a:spcBef>
                <a:spcPts val="600"/>
              </a:spcBef>
              <a:spcAft>
                <a:spcPts val="0"/>
              </a:spcAft>
              <a:buClr>
                <a:srgbClr val="888888"/>
              </a:buClr>
              <a:buSzPts val="3000"/>
              <a:buNone/>
              <a:defRPr>
                <a:solidFill>
                  <a:srgbClr val="888888"/>
                </a:solidFill>
              </a:defRPr>
            </a:lvl9pPr>
          </a:lstStyle>
          <a:p/>
        </p:txBody>
      </p:sp>
      <p:sp>
        <p:nvSpPr>
          <p:cNvPr id="71" name="Google Shape;71;p17"/>
          <p:cNvSpPr txBox="1"/>
          <p:nvPr>
            <p:ph idx="10" type="dt"/>
          </p:nvPr>
        </p:nvSpPr>
        <p:spPr>
          <a:xfrm>
            <a:off x="685800" y="9534525"/>
            <a:ext cx="3200400" cy="547800"/>
          </a:xfrm>
          <a:prstGeom prst="rect">
            <a:avLst/>
          </a:prstGeom>
          <a:noFill/>
          <a:ln>
            <a:noFill/>
          </a:ln>
        </p:spPr>
        <p:txBody>
          <a:bodyPr anchorCtr="0" anchor="ctr" bIns="68550" lIns="137150" spcFirstLastPara="1" rIns="137150" wrap="square" tIns="68550">
            <a:noAutofit/>
          </a:bodyPr>
          <a:lstStyle>
            <a:lvl1pPr lvl="0" algn="l">
              <a:spcBef>
                <a:spcPts val="0"/>
              </a:spcBef>
              <a:spcAft>
                <a:spcPts val="0"/>
              </a:spcAft>
              <a:buSzPts val="2100"/>
              <a:buNone/>
              <a:defRPr/>
            </a:lvl1pPr>
            <a:lvl2pPr lvl="1" algn="l">
              <a:spcBef>
                <a:spcPts val="0"/>
              </a:spcBef>
              <a:spcAft>
                <a:spcPts val="0"/>
              </a:spcAft>
              <a:buSzPts val="2100"/>
              <a:buNone/>
              <a:defRPr/>
            </a:lvl2pPr>
            <a:lvl3pPr lvl="2" algn="l">
              <a:spcBef>
                <a:spcPts val="0"/>
              </a:spcBef>
              <a:spcAft>
                <a:spcPts val="0"/>
              </a:spcAft>
              <a:buSzPts val="2100"/>
              <a:buNone/>
              <a:defRPr/>
            </a:lvl3pPr>
            <a:lvl4pPr lvl="3" algn="l">
              <a:spcBef>
                <a:spcPts val="0"/>
              </a:spcBef>
              <a:spcAft>
                <a:spcPts val="0"/>
              </a:spcAft>
              <a:buSzPts val="2100"/>
              <a:buNone/>
              <a:defRPr/>
            </a:lvl4pPr>
            <a:lvl5pPr lvl="4" algn="l">
              <a:spcBef>
                <a:spcPts val="0"/>
              </a:spcBef>
              <a:spcAft>
                <a:spcPts val="0"/>
              </a:spcAft>
              <a:buSzPts val="2100"/>
              <a:buNone/>
              <a:defRPr/>
            </a:lvl5pPr>
            <a:lvl6pPr lvl="5" algn="l">
              <a:spcBef>
                <a:spcPts val="0"/>
              </a:spcBef>
              <a:spcAft>
                <a:spcPts val="0"/>
              </a:spcAft>
              <a:buSzPts val="2100"/>
              <a:buNone/>
              <a:defRPr/>
            </a:lvl6pPr>
            <a:lvl7pPr lvl="6" algn="l">
              <a:spcBef>
                <a:spcPts val="0"/>
              </a:spcBef>
              <a:spcAft>
                <a:spcPts val="0"/>
              </a:spcAft>
              <a:buSzPts val="2100"/>
              <a:buNone/>
              <a:defRPr/>
            </a:lvl7pPr>
            <a:lvl8pPr lvl="7" algn="l">
              <a:spcBef>
                <a:spcPts val="0"/>
              </a:spcBef>
              <a:spcAft>
                <a:spcPts val="0"/>
              </a:spcAft>
              <a:buSzPts val="2100"/>
              <a:buNone/>
              <a:defRPr/>
            </a:lvl8pPr>
            <a:lvl9pPr lvl="8" algn="l">
              <a:spcBef>
                <a:spcPts val="0"/>
              </a:spcBef>
              <a:spcAft>
                <a:spcPts val="0"/>
              </a:spcAft>
              <a:buSzPts val="2100"/>
              <a:buNone/>
              <a:defRPr/>
            </a:lvl9pPr>
          </a:lstStyle>
          <a:p/>
        </p:txBody>
      </p:sp>
      <p:sp>
        <p:nvSpPr>
          <p:cNvPr id="72" name="Google Shape;72;p17"/>
          <p:cNvSpPr txBox="1"/>
          <p:nvPr>
            <p:ph idx="11" type="ftr"/>
          </p:nvPr>
        </p:nvSpPr>
        <p:spPr>
          <a:xfrm>
            <a:off x="4686300" y="9534525"/>
            <a:ext cx="4343400" cy="547800"/>
          </a:xfrm>
          <a:prstGeom prst="rect">
            <a:avLst/>
          </a:prstGeom>
          <a:noFill/>
          <a:ln>
            <a:noFill/>
          </a:ln>
        </p:spPr>
        <p:txBody>
          <a:bodyPr anchorCtr="0" anchor="ctr" bIns="68550" lIns="137150" spcFirstLastPara="1" rIns="137150" wrap="square" tIns="68550">
            <a:noAutofit/>
          </a:bodyPr>
          <a:lstStyle>
            <a:lvl1pPr lvl="0" algn="ctr">
              <a:spcBef>
                <a:spcPts val="0"/>
              </a:spcBef>
              <a:spcAft>
                <a:spcPts val="0"/>
              </a:spcAft>
              <a:buSzPts val="2100"/>
              <a:buNone/>
              <a:defRPr/>
            </a:lvl1pPr>
            <a:lvl2pPr lvl="1" algn="l">
              <a:spcBef>
                <a:spcPts val="0"/>
              </a:spcBef>
              <a:spcAft>
                <a:spcPts val="0"/>
              </a:spcAft>
              <a:buSzPts val="2100"/>
              <a:buNone/>
              <a:defRPr/>
            </a:lvl2pPr>
            <a:lvl3pPr lvl="2" algn="l">
              <a:spcBef>
                <a:spcPts val="0"/>
              </a:spcBef>
              <a:spcAft>
                <a:spcPts val="0"/>
              </a:spcAft>
              <a:buSzPts val="2100"/>
              <a:buNone/>
              <a:defRPr/>
            </a:lvl3pPr>
            <a:lvl4pPr lvl="3" algn="l">
              <a:spcBef>
                <a:spcPts val="0"/>
              </a:spcBef>
              <a:spcAft>
                <a:spcPts val="0"/>
              </a:spcAft>
              <a:buSzPts val="2100"/>
              <a:buNone/>
              <a:defRPr/>
            </a:lvl4pPr>
            <a:lvl5pPr lvl="4" algn="l">
              <a:spcBef>
                <a:spcPts val="0"/>
              </a:spcBef>
              <a:spcAft>
                <a:spcPts val="0"/>
              </a:spcAft>
              <a:buSzPts val="2100"/>
              <a:buNone/>
              <a:defRPr/>
            </a:lvl5pPr>
            <a:lvl6pPr lvl="5" algn="l">
              <a:spcBef>
                <a:spcPts val="0"/>
              </a:spcBef>
              <a:spcAft>
                <a:spcPts val="0"/>
              </a:spcAft>
              <a:buSzPts val="2100"/>
              <a:buNone/>
              <a:defRPr/>
            </a:lvl6pPr>
            <a:lvl7pPr lvl="6" algn="l">
              <a:spcBef>
                <a:spcPts val="0"/>
              </a:spcBef>
              <a:spcAft>
                <a:spcPts val="0"/>
              </a:spcAft>
              <a:buSzPts val="2100"/>
              <a:buNone/>
              <a:defRPr/>
            </a:lvl7pPr>
            <a:lvl8pPr lvl="7" algn="l">
              <a:spcBef>
                <a:spcPts val="0"/>
              </a:spcBef>
              <a:spcAft>
                <a:spcPts val="0"/>
              </a:spcAft>
              <a:buSzPts val="2100"/>
              <a:buNone/>
              <a:defRPr/>
            </a:lvl8pPr>
            <a:lvl9pPr lvl="8" algn="l">
              <a:spcBef>
                <a:spcPts val="0"/>
              </a:spcBef>
              <a:spcAft>
                <a:spcPts val="0"/>
              </a:spcAft>
              <a:buSzPts val="2100"/>
              <a:buNone/>
              <a:defRPr/>
            </a:lvl9pPr>
          </a:lstStyle>
          <a:p/>
        </p:txBody>
      </p:sp>
      <p:sp>
        <p:nvSpPr>
          <p:cNvPr id="73" name="Google Shape;73;p17"/>
          <p:cNvSpPr txBox="1"/>
          <p:nvPr>
            <p:ph idx="12" type="sldNum"/>
          </p:nvPr>
        </p:nvSpPr>
        <p:spPr>
          <a:xfrm>
            <a:off x="9829800" y="9534525"/>
            <a:ext cx="3200400" cy="547800"/>
          </a:xfrm>
          <a:prstGeom prst="rect">
            <a:avLst/>
          </a:prstGeom>
          <a:noFill/>
          <a:ln>
            <a:noFill/>
          </a:ln>
        </p:spPr>
        <p:txBody>
          <a:bodyPr anchorCtr="0" anchor="ctr" bIns="68550" lIns="137150" spcFirstLastPara="1" rIns="137150" wrap="square" tIns="68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4" name="Shape 74"/>
        <p:cNvGrpSpPr/>
        <p:nvPr/>
      </p:nvGrpSpPr>
      <p:grpSpPr>
        <a:xfrm>
          <a:off x="0" y="0"/>
          <a:ext cx="0" cy="0"/>
          <a:chOff x="0" y="0"/>
          <a:chExt cx="0" cy="0"/>
        </a:xfrm>
      </p:grpSpPr>
      <p:sp>
        <p:nvSpPr>
          <p:cNvPr id="75" name="Google Shape;75;p18"/>
          <p:cNvSpPr txBox="1"/>
          <p:nvPr>
            <p:ph type="title"/>
          </p:nvPr>
        </p:nvSpPr>
        <p:spPr>
          <a:xfrm>
            <a:off x="685800" y="411957"/>
            <a:ext cx="12344400" cy="1714500"/>
          </a:xfrm>
          <a:prstGeom prst="rect">
            <a:avLst/>
          </a:prstGeom>
          <a:noFill/>
          <a:ln>
            <a:noFill/>
          </a:ln>
        </p:spPr>
        <p:txBody>
          <a:bodyPr anchorCtr="0" anchor="ctr" bIns="68550" lIns="137150" spcFirstLastPara="1" rIns="137150" wrap="square" tIns="68550">
            <a:normAutofit/>
          </a:bodyPr>
          <a:lstStyle>
            <a:lvl1pPr lvl="0" algn="ctr">
              <a:spcBef>
                <a:spcPts val="0"/>
              </a:spcBef>
              <a:spcAft>
                <a:spcPts val="0"/>
              </a:spcAft>
              <a:buClr>
                <a:schemeClr val="dk1"/>
              </a:buClr>
              <a:buSzPts val="2700"/>
              <a:buNone/>
              <a:defRPr/>
            </a:lvl1pPr>
            <a:lvl2pPr lvl="1">
              <a:spcBef>
                <a:spcPts val="0"/>
              </a:spcBef>
              <a:spcAft>
                <a:spcPts val="0"/>
              </a:spcAft>
              <a:buSzPts val="2100"/>
              <a:buNone/>
              <a:defRPr/>
            </a:lvl2pPr>
            <a:lvl3pPr lvl="2">
              <a:spcBef>
                <a:spcPts val="0"/>
              </a:spcBef>
              <a:spcAft>
                <a:spcPts val="0"/>
              </a:spcAft>
              <a:buSzPts val="2100"/>
              <a:buNone/>
              <a:defRPr/>
            </a:lvl3pPr>
            <a:lvl4pPr lvl="3">
              <a:spcBef>
                <a:spcPts val="0"/>
              </a:spcBef>
              <a:spcAft>
                <a:spcPts val="0"/>
              </a:spcAft>
              <a:buSzPts val="2100"/>
              <a:buNone/>
              <a:defRPr/>
            </a:lvl4pPr>
            <a:lvl5pPr lvl="4">
              <a:spcBef>
                <a:spcPts val="0"/>
              </a:spcBef>
              <a:spcAft>
                <a:spcPts val="0"/>
              </a:spcAft>
              <a:buSzPts val="2100"/>
              <a:buNone/>
              <a:defRPr/>
            </a:lvl5pPr>
            <a:lvl6pPr lvl="5">
              <a:spcBef>
                <a:spcPts val="0"/>
              </a:spcBef>
              <a:spcAft>
                <a:spcPts val="0"/>
              </a:spcAft>
              <a:buSzPts val="2100"/>
              <a:buNone/>
              <a:defRPr/>
            </a:lvl6pPr>
            <a:lvl7pPr lvl="6">
              <a:spcBef>
                <a:spcPts val="0"/>
              </a:spcBef>
              <a:spcAft>
                <a:spcPts val="0"/>
              </a:spcAft>
              <a:buSzPts val="2100"/>
              <a:buNone/>
              <a:defRPr/>
            </a:lvl7pPr>
            <a:lvl8pPr lvl="7">
              <a:spcBef>
                <a:spcPts val="0"/>
              </a:spcBef>
              <a:spcAft>
                <a:spcPts val="0"/>
              </a:spcAft>
              <a:buSzPts val="2100"/>
              <a:buNone/>
              <a:defRPr/>
            </a:lvl8pPr>
            <a:lvl9pPr lvl="8">
              <a:spcBef>
                <a:spcPts val="0"/>
              </a:spcBef>
              <a:spcAft>
                <a:spcPts val="0"/>
              </a:spcAft>
              <a:buSzPts val="2100"/>
              <a:buNone/>
              <a:defRPr/>
            </a:lvl9pPr>
          </a:lstStyle>
          <a:p/>
        </p:txBody>
      </p:sp>
      <p:sp>
        <p:nvSpPr>
          <p:cNvPr id="76" name="Google Shape;76;p18"/>
          <p:cNvSpPr txBox="1"/>
          <p:nvPr>
            <p:ph idx="1" type="body"/>
          </p:nvPr>
        </p:nvSpPr>
        <p:spPr>
          <a:xfrm>
            <a:off x="685800" y="2400300"/>
            <a:ext cx="12344400" cy="6789000"/>
          </a:xfrm>
          <a:prstGeom prst="rect">
            <a:avLst/>
          </a:prstGeom>
          <a:noFill/>
          <a:ln>
            <a:noFill/>
          </a:ln>
        </p:spPr>
        <p:txBody>
          <a:bodyPr anchorCtr="0" anchor="t" bIns="68550" lIns="137150" spcFirstLastPara="1" rIns="137150" wrap="square" tIns="68550">
            <a:normAutofit/>
          </a:bodyPr>
          <a:lstStyle>
            <a:lvl1pPr indent="-400050" lvl="0" marL="457200" algn="l">
              <a:spcBef>
                <a:spcPts val="500"/>
              </a:spcBef>
              <a:spcAft>
                <a:spcPts val="0"/>
              </a:spcAft>
              <a:buClr>
                <a:schemeClr val="dk1"/>
              </a:buClr>
              <a:buSzPts val="2700"/>
              <a:buChar char="•"/>
              <a:defRPr/>
            </a:lvl1pPr>
            <a:lvl2pPr indent="-400050" lvl="1" marL="914400" algn="l">
              <a:spcBef>
                <a:spcPts val="500"/>
              </a:spcBef>
              <a:spcAft>
                <a:spcPts val="0"/>
              </a:spcAft>
              <a:buClr>
                <a:schemeClr val="dk1"/>
              </a:buClr>
              <a:buSzPts val="2700"/>
              <a:buChar char="–"/>
              <a:defRPr/>
            </a:lvl2pPr>
            <a:lvl3pPr indent="-400050" lvl="2" marL="1371600" algn="l">
              <a:spcBef>
                <a:spcPts val="500"/>
              </a:spcBef>
              <a:spcAft>
                <a:spcPts val="0"/>
              </a:spcAft>
              <a:buClr>
                <a:schemeClr val="dk1"/>
              </a:buClr>
              <a:buSzPts val="2700"/>
              <a:buChar char="•"/>
              <a:defRPr/>
            </a:lvl3pPr>
            <a:lvl4pPr indent="-400050" lvl="3" marL="1828800" algn="l">
              <a:spcBef>
                <a:spcPts val="500"/>
              </a:spcBef>
              <a:spcAft>
                <a:spcPts val="0"/>
              </a:spcAft>
              <a:buClr>
                <a:schemeClr val="dk1"/>
              </a:buClr>
              <a:buSzPts val="2700"/>
              <a:buChar char="–"/>
              <a:defRPr/>
            </a:lvl4pPr>
            <a:lvl5pPr indent="-400050" lvl="4" marL="2286000" algn="l">
              <a:spcBef>
                <a:spcPts val="500"/>
              </a:spcBef>
              <a:spcAft>
                <a:spcPts val="0"/>
              </a:spcAft>
              <a:buClr>
                <a:schemeClr val="dk1"/>
              </a:buClr>
              <a:buSzPts val="2700"/>
              <a:buChar char="»"/>
              <a:defRPr/>
            </a:lvl5pPr>
            <a:lvl6pPr indent="-400050" lvl="5" marL="2743200" algn="l">
              <a:spcBef>
                <a:spcPts val="500"/>
              </a:spcBef>
              <a:spcAft>
                <a:spcPts val="0"/>
              </a:spcAft>
              <a:buClr>
                <a:schemeClr val="dk1"/>
              </a:buClr>
              <a:buSzPts val="2700"/>
              <a:buChar char="•"/>
              <a:defRPr/>
            </a:lvl6pPr>
            <a:lvl7pPr indent="-400050" lvl="6" marL="3200400" algn="l">
              <a:spcBef>
                <a:spcPts val="500"/>
              </a:spcBef>
              <a:spcAft>
                <a:spcPts val="0"/>
              </a:spcAft>
              <a:buClr>
                <a:schemeClr val="dk1"/>
              </a:buClr>
              <a:buSzPts val="2700"/>
              <a:buChar char="•"/>
              <a:defRPr/>
            </a:lvl7pPr>
            <a:lvl8pPr indent="-400050" lvl="7" marL="3657600" algn="l">
              <a:spcBef>
                <a:spcPts val="500"/>
              </a:spcBef>
              <a:spcAft>
                <a:spcPts val="0"/>
              </a:spcAft>
              <a:buClr>
                <a:schemeClr val="dk1"/>
              </a:buClr>
              <a:buSzPts val="2700"/>
              <a:buChar char="•"/>
              <a:defRPr/>
            </a:lvl8pPr>
            <a:lvl9pPr indent="-400050" lvl="8" marL="4114800" algn="l">
              <a:spcBef>
                <a:spcPts val="500"/>
              </a:spcBef>
              <a:spcAft>
                <a:spcPts val="0"/>
              </a:spcAft>
              <a:buClr>
                <a:schemeClr val="dk1"/>
              </a:buClr>
              <a:buSzPts val="2700"/>
              <a:buChar char="•"/>
              <a:defRPr/>
            </a:lvl9pPr>
          </a:lstStyle>
          <a:p/>
        </p:txBody>
      </p:sp>
      <p:sp>
        <p:nvSpPr>
          <p:cNvPr id="77" name="Google Shape;77;p18"/>
          <p:cNvSpPr txBox="1"/>
          <p:nvPr>
            <p:ph idx="10" type="dt"/>
          </p:nvPr>
        </p:nvSpPr>
        <p:spPr>
          <a:xfrm>
            <a:off x="685800" y="9534525"/>
            <a:ext cx="3200400" cy="547800"/>
          </a:xfrm>
          <a:prstGeom prst="rect">
            <a:avLst/>
          </a:prstGeom>
          <a:noFill/>
          <a:ln>
            <a:noFill/>
          </a:ln>
        </p:spPr>
        <p:txBody>
          <a:bodyPr anchorCtr="0" anchor="ctr" bIns="68550" lIns="137150" spcFirstLastPara="1" rIns="137150" wrap="square" tIns="68550">
            <a:noAutofit/>
          </a:bodyPr>
          <a:lstStyle>
            <a:lvl1pPr lvl="0" algn="l">
              <a:spcBef>
                <a:spcPts val="0"/>
              </a:spcBef>
              <a:spcAft>
                <a:spcPts val="0"/>
              </a:spcAft>
              <a:buSzPts val="2100"/>
              <a:buNone/>
              <a:defRPr/>
            </a:lvl1pPr>
            <a:lvl2pPr lvl="1" algn="l">
              <a:spcBef>
                <a:spcPts val="0"/>
              </a:spcBef>
              <a:spcAft>
                <a:spcPts val="0"/>
              </a:spcAft>
              <a:buSzPts val="2100"/>
              <a:buNone/>
              <a:defRPr/>
            </a:lvl2pPr>
            <a:lvl3pPr lvl="2" algn="l">
              <a:spcBef>
                <a:spcPts val="0"/>
              </a:spcBef>
              <a:spcAft>
                <a:spcPts val="0"/>
              </a:spcAft>
              <a:buSzPts val="2100"/>
              <a:buNone/>
              <a:defRPr/>
            </a:lvl3pPr>
            <a:lvl4pPr lvl="3" algn="l">
              <a:spcBef>
                <a:spcPts val="0"/>
              </a:spcBef>
              <a:spcAft>
                <a:spcPts val="0"/>
              </a:spcAft>
              <a:buSzPts val="2100"/>
              <a:buNone/>
              <a:defRPr/>
            </a:lvl4pPr>
            <a:lvl5pPr lvl="4" algn="l">
              <a:spcBef>
                <a:spcPts val="0"/>
              </a:spcBef>
              <a:spcAft>
                <a:spcPts val="0"/>
              </a:spcAft>
              <a:buSzPts val="2100"/>
              <a:buNone/>
              <a:defRPr/>
            </a:lvl5pPr>
            <a:lvl6pPr lvl="5" algn="l">
              <a:spcBef>
                <a:spcPts val="0"/>
              </a:spcBef>
              <a:spcAft>
                <a:spcPts val="0"/>
              </a:spcAft>
              <a:buSzPts val="2100"/>
              <a:buNone/>
              <a:defRPr/>
            </a:lvl6pPr>
            <a:lvl7pPr lvl="6" algn="l">
              <a:spcBef>
                <a:spcPts val="0"/>
              </a:spcBef>
              <a:spcAft>
                <a:spcPts val="0"/>
              </a:spcAft>
              <a:buSzPts val="2100"/>
              <a:buNone/>
              <a:defRPr/>
            </a:lvl7pPr>
            <a:lvl8pPr lvl="7" algn="l">
              <a:spcBef>
                <a:spcPts val="0"/>
              </a:spcBef>
              <a:spcAft>
                <a:spcPts val="0"/>
              </a:spcAft>
              <a:buSzPts val="2100"/>
              <a:buNone/>
              <a:defRPr/>
            </a:lvl8pPr>
            <a:lvl9pPr lvl="8" algn="l">
              <a:spcBef>
                <a:spcPts val="0"/>
              </a:spcBef>
              <a:spcAft>
                <a:spcPts val="0"/>
              </a:spcAft>
              <a:buSzPts val="2100"/>
              <a:buNone/>
              <a:defRPr/>
            </a:lvl9pPr>
          </a:lstStyle>
          <a:p/>
        </p:txBody>
      </p:sp>
      <p:sp>
        <p:nvSpPr>
          <p:cNvPr id="78" name="Google Shape;78;p18"/>
          <p:cNvSpPr txBox="1"/>
          <p:nvPr>
            <p:ph idx="11" type="ftr"/>
          </p:nvPr>
        </p:nvSpPr>
        <p:spPr>
          <a:xfrm>
            <a:off x="4686300" y="9534525"/>
            <a:ext cx="4343400" cy="547800"/>
          </a:xfrm>
          <a:prstGeom prst="rect">
            <a:avLst/>
          </a:prstGeom>
          <a:noFill/>
          <a:ln>
            <a:noFill/>
          </a:ln>
        </p:spPr>
        <p:txBody>
          <a:bodyPr anchorCtr="0" anchor="ctr" bIns="68550" lIns="137150" spcFirstLastPara="1" rIns="137150" wrap="square" tIns="68550">
            <a:noAutofit/>
          </a:bodyPr>
          <a:lstStyle>
            <a:lvl1pPr lvl="0" algn="ctr">
              <a:spcBef>
                <a:spcPts val="0"/>
              </a:spcBef>
              <a:spcAft>
                <a:spcPts val="0"/>
              </a:spcAft>
              <a:buSzPts val="2100"/>
              <a:buNone/>
              <a:defRPr/>
            </a:lvl1pPr>
            <a:lvl2pPr lvl="1" algn="l">
              <a:spcBef>
                <a:spcPts val="0"/>
              </a:spcBef>
              <a:spcAft>
                <a:spcPts val="0"/>
              </a:spcAft>
              <a:buSzPts val="2100"/>
              <a:buNone/>
              <a:defRPr/>
            </a:lvl2pPr>
            <a:lvl3pPr lvl="2" algn="l">
              <a:spcBef>
                <a:spcPts val="0"/>
              </a:spcBef>
              <a:spcAft>
                <a:spcPts val="0"/>
              </a:spcAft>
              <a:buSzPts val="2100"/>
              <a:buNone/>
              <a:defRPr/>
            </a:lvl3pPr>
            <a:lvl4pPr lvl="3" algn="l">
              <a:spcBef>
                <a:spcPts val="0"/>
              </a:spcBef>
              <a:spcAft>
                <a:spcPts val="0"/>
              </a:spcAft>
              <a:buSzPts val="2100"/>
              <a:buNone/>
              <a:defRPr/>
            </a:lvl4pPr>
            <a:lvl5pPr lvl="4" algn="l">
              <a:spcBef>
                <a:spcPts val="0"/>
              </a:spcBef>
              <a:spcAft>
                <a:spcPts val="0"/>
              </a:spcAft>
              <a:buSzPts val="2100"/>
              <a:buNone/>
              <a:defRPr/>
            </a:lvl5pPr>
            <a:lvl6pPr lvl="5" algn="l">
              <a:spcBef>
                <a:spcPts val="0"/>
              </a:spcBef>
              <a:spcAft>
                <a:spcPts val="0"/>
              </a:spcAft>
              <a:buSzPts val="2100"/>
              <a:buNone/>
              <a:defRPr/>
            </a:lvl6pPr>
            <a:lvl7pPr lvl="6" algn="l">
              <a:spcBef>
                <a:spcPts val="0"/>
              </a:spcBef>
              <a:spcAft>
                <a:spcPts val="0"/>
              </a:spcAft>
              <a:buSzPts val="2100"/>
              <a:buNone/>
              <a:defRPr/>
            </a:lvl7pPr>
            <a:lvl8pPr lvl="7" algn="l">
              <a:spcBef>
                <a:spcPts val="0"/>
              </a:spcBef>
              <a:spcAft>
                <a:spcPts val="0"/>
              </a:spcAft>
              <a:buSzPts val="2100"/>
              <a:buNone/>
              <a:defRPr/>
            </a:lvl8pPr>
            <a:lvl9pPr lvl="8" algn="l">
              <a:spcBef>
                <a:spcPts val="0"/>
              </a:spcBef>
              <a:spcAft>
                <a:spcPts val="0"/>
              </a:spcAft>
              <a:buSzPts val="2100"/>
              <a:buNone/>
              <a:defRPr/>
            </a:lvl9pPr>
          </a:lstStyle>
          <a:p/>
        </p:txBody>
      </p:sp>
      <p:sp>
        <p:nvSpPr>
          <p:cNvPr id="79" name="Google Shape;79;p18"/>
          <p:cNvSpPr txBox="1"/>
          <p:nvPr>
            <p:ph idx="12" type="sldNum"/>
          </p:nvPr>
        </p:nvSpPr>
        <p:spPr>
          <a:xfrm>
            <a:off x="9829800" y="9534525"/>
            <a:ext cx="3200400" cy="547800"/>
          </a:xfrm>
          <a:prstGeom prst="rect">
            <a:avLst/>
          </a:prstGeom>
          <a:noFill/>
          <a:ln>
            <a:noFill/>
          </a:ln>
        </p:spPr>
        <p:txBody>
          <a:bodyPr anchorCtr="0" anchor="ctr" bIns="68550" lIns="137150" spcFirstLastPara="1" rIns="137150" wrap="square" tIns="68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0" name="Shape 80"/>
        <p:cNvGrpSpPr/>
        <p:nvPr/>
      </p:nvGrpSpPr>
      <p:grpSpPr>
        <a:xfrm>
          <a:off x="0" y="0"/>
          <a:ext cx="0" cy="0"/>
          <a:chOff x="0" y="0"/>
          <a:chExt cx="0" cy="0"/>
        </a:xfrm>
      </p:grpSpPr>
      <p:sp>
        <p:nvSpPr>
          <p:cNvPr id="81" name="Google Shape;81;p19"/>
          <p:cNvSpPr txBox="1"/>
          <p:nvPr>
            <p:ph type="title"/>
          </p:nvPr>
        </p:nvSpPr>
        <p:spPr>
          <a:xfrm>
            <a:off x="1083470" y="6610350"/>
            <a:ext cx="11658600" cy="2043000"/>
          </a:xfrm>
          <a:prstGeom prst="rect">
            <a:avLst/>
          </a:prstGeom>
          <a:noFill/>
          <a:ln>
            <a:noFill/>
          </a:ln>
        </p:spPr>
        <p:txBody>
          <a:bodyPr anchorCtr="0" anchor="t" bIns="68550" lIns="137150" spcFirstLastPara="1" rIns="137150" wrap="square" tIns="68550">
            <a:normAutofit/>
          </a:bodyPr>
          <a:lstStyle>
            <a:lvl1pPr lvl="0" algn="l">
              <a:spcBef>
                <a:spcPts val="0"/>
              </a:spcBef>
              <a:spcAft>
                <a:spcPts val="0"/>
              </a:spcAft>
              <a:buClr>
                <a:schemeClr val="dk1"/>
              </a:buClr>
              <a:buSzPts val="6000"/>
              <a:buFont typeface="Calibri"/>
              <a:buNone/>
              <a:defRPr b="1" sz="6000" cap="none"/>
            </a:lvl1pPr>
            <a:lvl2pPr lvl="1">
              <a:spcBef>
                <a:spcPts val="0"/>
              </a:spcBef>
              <a:spcAft>
                <a:spcPts val="0"/>
              </a:spcAft>
              <a:buSzPts val="2100"/>
              <a:buNone/>
              <a:defRPr/>
            </a:lvl2pPr>
            <a:lvl3pPr lvl="2">
              <a:spcBef>
                <a:spcPts val="0"/>
              </a:spcBef>
              <a:spcAft>
                <a:spcPts val="0"/>
              </a:spcAft>
              <a:buSzPts val="2100"/>
              <a:buNone/>
              <a:defRPr/>
            </a:lvl3pPr>
            <a:lvl4pPr lvl="3">
              <a:spcBef>
                <a:spcPts val="0"/>
              </a:spcBef>
              <a:spcAft>
                <a:spcPts val="0"/>
              </a:spcAft>
              <a:buSzPts val="2100"/>
              <a:buNone/>
              <a:defRPr/>
            </a:lvl4pPr>
            <a:lvl5pPr lvl="4">
              <a:spcBef>
                <a:spcPts val="0"/>
              </a:spcBef>
              <a:spcAft>
                <a:spcPts val="0"/>
              </a:spcAft>
              <a:buSzPts val="2100"/>
              <a:buNone/>
              <a:defRPr/>
            </a:lvl5pPr>
            <a:lvl6pPr lvl="5">
              <a:spcBef>
                <a:spcPts val="0"/>
              </a:spcBef>
              <a:spcAft>
                <a:spcPts val="0"/>
              </a:spcAft>
              <a:buSzPts val="2100"/>
              <a:buNone/>
              <a:defRPr/>
            </a:lvl6pPr>
            <a:lvl7pPr lvl="6">
              <a:spcBef>
                <a:spcPts val="0"/>
              </a:spcBef>
              <a:spcAft>
                <a:spcPts val="0"/>
              </a:spcAft>
              <a:buSzPts val="2100"/>
              <a:buNone/>
              <a:defRPr/>
            </a:lvl7pPr>
            <a:lvl8pPr lvl="7">
              <a:spcBef>
                <a:spcPts val="0"/>
              </a:spcBef>
              <a:spcAft>
                <a:spcPts val="0"/>
              </a:spcAft>
              <a:buSzPts val="2100"/>
              <a:buNone/>
              <a:defRPr/>
            </a:lvl8pPr>
            <a:lvl9pPr lvl="8">
              <a:spcBef>
                <a:spcPts val="0"/>
              </a:spcBef>
              <a:spcAft>
                <a:spcPts val="0"/>
              </a:spcAft>
              <a:buSzPts val="2100"/>
              <a:buNone/>
              <a:defRPr/>
            </a:lvl9pPr>
          </a:lstStyle>
          <a:p/>
        </p:txBody>
      </p:sp>
      <p:sp>
        <p:nvSpPr>
          <p:cNvPr id="82" name="Google Shape;82;p19"/>
          <p:cNvSpPr txBox="1"/>
          <p:nvPr>
            <p:ph idx="1" type="body"/>
          </p:nvPr>
        </p:nvSpPr>
        <p:spPr>
          <a:xfrm>
            <a:off x="1083470" y="4360069"/>
            <a:ext cx="11658600" cy="2250600"/>
          </a:xfrm>
          <a:prstGeom prst="rect">
            <a:avLst/>
          </a:prstGeom>
          <a:noFill/>
          <a:ln>
            <a:noFill/>
          </a:ln>
        </p:spPr>
        <p:txBody>
          <a:bodyPr anchorCtr="0" anchor="b" bIns="68550" lIns="137150" spcFirstLastPara="1" rIns="137150" wrap="square" tIns="68550">
            <a:normAutofit/>
          </a:bodyPr>
          <a:lstStyle>
            <a:lvl1pPr indent="-228600" lvl="0" marL="457200" algn="l">
              <a:spcBef>
                <a:spcPts val="600"/>
              </a:spcBef>
              <a:spcAft>
                <a:spcPts val="0"/>
              </a:spcAft>
              <a:buClr>
                <a:srgbClr val="888888"/>
              </a:buClr>
              <a:buSzPts val="3000"/>
              <a:buNone/>
              <a:defRPr sz="3000">
                <a:solidFill>
                  <a:srgbClr val="888888"/>
                </a:solidFill>
              </a:defRPr>
            </a:lvl1pPr>
            <a:lvl2pPr indent="-228600" lvl="1" marL="914400" algn="l">
              <a:spcBef>
                <a:spcPts val="500"/>
              </a:spcBef>
              <a:spcAft>
                <a:spcPts val="0"/>
              </a:spcAft>
              <a:buClr>
                <a:srgbClr val="888888"/>
              </a:buClr>
              <a:buSzPts val="2700"/>
              <a:buNone/>
              <a:defRPr sz="2700">
                <a:solidFill>
                  <a:srgbClr val="888888"/>
                </a:solidFill>
              </a:defRPr>
            </a:lvl2pPr>
            <a:lvl3pPr indent="-228600" lvl="2" marL="1371600" algn="l">
              <a:spcBef>
                <a:spcPts val="500"/>
              </a:spcBef>
              <a:spcAft>
                <a:spcPts val="0"/>
              </a:spcAft>
              <a:buClr>
                <a:srgbClr val="888888"/>
              </a:buClr>
              <a:buSzPts val="2400"/>
              <a:buNone/>
              <a:defRPr sz="2400">
                <a:solidFill>
                  <a:srgbClr val="888888"/>
                </a:solidFill>
              </a:defRPr>
            </a:lvl3pPr>
            <a:lvl4pPr indent="-228600" lvl="3" marL="1828800" algn="l">
              <a:spcBef>
                <a:spcPts val="400"/>
              </a:spcBef>
              <a:spcAft>
                <a:spcPts val="0"/>
              </a:spcAft>
              <a:buClr>
                <a:srgbClr val="888888"/>
              </a:buClr>
              <a:buSzPts val="2100"/>
              <a:buNone/>
              <a:defRPr sz="2100">
                <a:solidFill>
                  <a:srgbClr val="888888"/>
                </a:solidFill>
              </a:defRPr>
            </a:lvl4pPr>
            <a:lvl5pPr indent="-228600" lvl="4" marL="2286000" algn="l">
              <a:spcBef>
                <a:spcPts val="400"/>
              </a:spcBef>
              <a:spcAft>
                <a:spcPts val="0"/>
              </a:spcAft>
              <a:buClr>
                <a:srgbClr val="888888"/>
              </a:buClr>
              <a:buSzPts val="2100"/>
              <a:buNone/>
              <a:defRPr sz="2100">
                <a:solidFill>
                  <a:srgbClr val="888888"/>
                </a:solidFill>
              </a:defRPr>
            </a:lvl5pPr>
            <a:lvl6pPr indent="-228600" lvl="5" marL="2743200" algn="l">
              <a:spcBef>
                <a:spcPts val="400"/>
              </a:spcBef>
              <a:spcAft>
                <a:spcPts val="0"/>
              </a:spcAft>
              <a:buClr>
                <a:srgbClr val="888888"/>
              </a:buClr>
              <a:buSzPts val="2100"/>
              <a:buNone/>
              <a:defRPr sz="2100">
                <a:solidFill>
                  <a:srgbClr val="888888"/>
                </a:solidFill>
              </a:defRPr>
            </a:lvl6pPr>
            <a:lvl7pPr indent="-228600" lvl="6" marL="3200400" algn="l">
              <a:spcBef>
                <a:spcPts val="400"/>
              </a:spcBef>
              <a:spcAft>
                <a:spcPts val="0"/>
              </a:spcAft>
              <a:buClr>
                <a:srgbClr val="888888"/>
              </a:buClr>
              <a:buSzPts val="2100"/>
              <a:buNone/>
              <a:defRPr sz="2100">
                <a:solidFill>
                  <a:srgbClr val="888888"/>
                </a:solidFill>
              </a:defRPr>
            </a:lvl7pPr>
            <a:lvl8pPr indent="-228600" lvl="7" marL="3657600" algn="l">
              <a:spcBef>
                <a:spcPts val="400"/>
              </a:spcBef>
              <a:spcAft>
                <a:spcPts val="0"/>
              </a:spcAft>
              <a:buClr>
                <a:srgbClr val="888888"/>
              </a:buClr>
              <a:buSzPts val="2100"/>
              <a:buNone/>
              <a:defRPr sz="2100">
                <a:solidFill>
                  <a:srgbClr val="888888"/>
                </a:solidFill>
              </a:defRPr>
            </a:lvl8pPr>
            <a:lvl9pPr indent="-228600" lvl="8" marL="4114800" algn="l">
              <a:spcBef>
                <a:spcPts val="400"/>
              </a:spcBef>
              <a:spcAft>
                <a:spcPts val="0"/>
              </a:spcAft>
              <a:buClr>
                <a:srgbClr val="888888"/>
              </a:buClr>
              <a:buSzPts val="2100"/>
              <a:buNone/>
              <a:defRPr sz="2100">
                <a:solidFill>
                  <a:srgbClr val="888888"/>
                </a:solidFill>
              </a:defRPr>
            </a:lvl9pPr>
          </a:lstStyle>
          <a:p/>
        </p:txBody>
      </p:sp>
      <p:sp>
        <p:nvSpPr>
          <p:cNvPr id="83" name="Google Shape;83;p19"/>
          <p:cNvSpPr txBox="1"/>
          <p:nvPr>
            <p:ph idx="10" type="dt"/>
          </p:nvPr>
        </p:nvSpPr>
        <p:spPr>
          <a:xfrm>
            <a:off x="685800" y="9534525"/>
            <a:ext cx="3200400" cy="547800"/>
          </a:xfrm>
          <a:prstGeom prst="rect">
            <a:avLst/>
          </a:prstGeom>
          <a:noFill/>
          <a:ln>
            <a:noFill/>
          </a:ln>
        </p:spPr>
        <p:txBody>
          <a:bodyPr anchorCtr="0" anchor="ctr" bIns="68550" lIns="137150" spcFirstLastPara="1" rIns="137150" wrap="square" tIns="68550">
            <a:noAutofit/>
          </a:bodyPr>
          <a:lstStyle>
            <a:lvl1pPr lvl="0" algn="l">
              <a:spcBef>
                <a:spcPts val="0"/>
              </a:spcBef>
              <a:spcAft>
                <a:spcPts val="0"/>
              </a:spcAft>
              <a:buSzPts val="2100"/>
              <a:buNone/>
              <a:defRPr/>
            </a:lvl1pPr>
            <a:lvl2pPr lvl="1" algn="l">
              <a:spcBef>
                <a:spcPts val="0"/>
              </a:spcBef>
              <a:spcAft>
                <a:spcPts val="0"/>
              </a:spcAft>
              <a:buSzPts val="2100"/>
              <a:buNone/>
              <a:defRPr/>
            </a:lvl2pPr>
            <a:lvl3pPr lvl="2" algn="l">
              <a:spcBef>
                <a:spcPts val="0"/>
              </a:spcBef>
              <a:spcAft>
                <a:spcPts val="0"/>
              </a:spcAft>
              <a:buSzPts val="2100"/>
              <a:buNone/>
              <a:defRPr/>
            </a:lvl3pPr>
            <a:lvl4pPr lvl="3" algn="l">
              <a:spcBef>
                <a:spcPts val="0"/>
              </a:spcBef>
              <a:spcAft>
                <a:spcPts val="0"/>
              </a:spcAft>
              <a:buSzPts val="2100"/>
              <a:buNone/>
              <a:defRPr/>
            </a:lvl4pPr>
            <a:lvl5pPr lvl="4" algn="l">
              <a:spcBef>
                <a:spcPts val="0"/>
              </a:spcBef>
              <a:spcAft>
                <a:spcPts val="0"/>
              </a:spcAft>
              <a:buSzPts val="2100"/>
              <a:buNone/>
              <a:defRPr/>
            </a:lvl5pPr>
            <a:lvl6pPr lvl="5" algn="l">
              <a:spcBef>
                <a:spcPts val="0"/>
              </a:spcBef>
              <a:spcAft>
                <a:spcPts val="0"/>
              </a:spcAft>
              <a:buSzPts val="2100"/>
              <a:buNone/>
              <a:defRPr/>
            </a:lvl6pPr>
            <a:lvl7pPr lvl="6" algn="l">
              <a:spcBef>
                <a:spcPts val="0"/>
              </a:spcBef>
              <a:spcAft>
                <a:spcPts val="0"/>
              </a:spcAft>
              <a:buSzPts val="2100"/>
              <a:buNone/>
              <a:defRPr/>
            </a:lvl7pPr>
            <a:lvl8pPr lvl="7" algn="l">
              <a:spcBef>
                <a:spcPts val="0"/>
              </a:spcBef>
              <a:spcAft>
                <a:spcPts val="0"/>
              </a:spcAft>
              <a:buSzPts val="2100"/>
              <a:buNone/>
              <a:defRPr/>
            </a:lvl8pPr>
            <a:lvl9pPr lvl="8" algn="l">
              <a:spcBef>
                <a:spcPts val="0"/>
              </a:spcBef>
              <a:spcAft>
                <a:spcPts val="0"/>
              </a:spcAft>
              <a:buSzPts val="2100"/>
              <a:buNone/>
              <a:defRPr/>
            </a:lvl9pPr>
          </a:lstStyle>
          <a:p/>
        </p:txBody>
      </p:sp>
      <p:sp>
        <p:nvSpPr>
          <p:cNvPr id="84" name="Google Shape;84;p19"/>
          <p:cNvSpPr txBox="1"/>
          <p:nvPr>
            <p:ph idx="11" type="ftr"/>
          </p:nvPr>
        </p:nvSpPr>
        <p:spPr>
          <a:xfrm>
            <a:off x="4686300" y="9534525"/>
            <a:ext cx="4343400" cy="547800"/>
          </a:xfrm>
          <a:prstGeom prst="rect">
            <a:avLst/>
          </a:prstGeom>
          <a:noFill/>
          <a:ln>
            <a:noFill/>
          </a:ln>
        </p:spPr>
        <p:txBody>
          <a:bodyPr anchorCtr="0" anchor="ctr" bIns="68550" lIns="137150" spcFirstLastPara="1" rIns="137150" wrap="square" tIns="68550">
            <a:noAutofit/>
          </a:bodyPr>
          <a:lstStyle>
            <a:lvl1pPr lvl="0" algn="ctr">
              <a:spcBef>
                <a:spcPts val="0"/>
              </a:spcBef>
              <a:spcAft>
                <a:spcPts val="0"/>
              </a:spcAft>
              <a:buSzPts val="2100"/>
              <a:buNone/>
              <a:defRPr/>
            </a:lvl1pPr>
            <a:lvl2pPr lvl="1" algn="l">
              <a:spcBef>
                <a:spcPts val="0"/>
              </a:spcBef>
              <a:spcAft>
                <a:spcPts val="0"/>
              </a:spcAft>
              <a:buSzPts val="2100"/>
              <a:buNone/>
              <a:defRPr/>
            </a:lvl2pPr>
            <a:lvl3pPr lvl="2" algn="l">
              <a:spcBef>
                <a:spcPts val="0"/>
              </a:spcBef>
              <a:spcAft>
                <a:spcPts val="0"/>
              </a:spcAft>
              <a:buSzPts val="2100"/>
              <a:buNone/>
              <a:defRPr/>
            </a:lvl3pPr>
            <a:lvl4pPr lvl="3" algn="l">
              <a:spcBef>
                <a:spcPts val="0"/>
              </a:spcBef>
              <a:spcAft>
                <a:spcPts val="0"/>
              </a:spcAft>
              <a:buSzPts val="2100"/>
              <a:buNone/>
              <a:defRPr/>
            </a:lvl4pPr>
            <a:lvl5pPr lvl="4" algn="l">
              <a:spcBef>
                <a:spcPts val="0"/>
              </a:spcBef>
              <a:spcAft>
                <a:spcPts val="0"/>
              </a:spcAft>
              <a:buSzPts val="2100"/>
              <a:buNone/>
              <a:defRPr/>
            </a:lvl5pPr>
            <a:lvl6pPr lvl="5" algn="l">
              <a:spcBef>
                <a:spcPts val="0"/>
              </a:spcBef>
              <a:spcAft>
                <a:spcPts val="0"/>
              </a:spcAft>
              <a:buSzPts val="2100"/>
              <a:buNone/>
              <a:defRPr/>
            </a:lvl6pPr>
            <a:lvl7pPr lvl="6" algn="l">
              <a:spcBef>
                <a:spcPts val="0"/>
              </a:spcBef>
              <a:spcAft>
                <a:spcPts val="0"/>
              </a:spcAft>
              <a:buSzPts val="2100"/>
              <a:buNone/>
              <a:defRPr/>
            </a:lvl7pPr>
            <a:lvl8pPr lvl="7" algn="l">
              <a:spcBef>
                <a:spcPts val="0"/>
              </a:spcBef>
              <a:spcAft>
                <a:spcPts val="0"/>
              </a:spcAft>
              <a:buSzPts val="2100"/>
              <a:buNone/>
              <a:defRPr/>
            </a:lvl8pPr>
            <a:lvl9pPr lvl="8" algn="l">
              <a:spcBef>
                <a:spcPts val="0"/>
              </a:spcBef>
              <a:spcAft>
                <a:spcPts val="0"/>
              </a:spcAft>
              <a:buSzPts val="2100"/>
              <a:buNone/>
              <a:defRPr/>
            </a:lvl9pPr>
          </a:lstStyle>
          <a:p/>
        </p:txBody>
      </p:sp>
      <p:sp>
        <p:nvSpPr>
          <p:cNvPr id="85" name="Google Shape;85;p19"/>
          <p:cNvSpPr txBox="1"/>
          <p:nvPr>
            <p:ph idx="12" type="sldNum"/>
          </p:nvPr>
        </p:nvSpPr>
        <p:spPr>
          <a:xfrm>
            <a:off x="9829800" y="9534525"/>
            <a:ext cx="3200400" cy="547800"/>
          </a:xfrm>
          <a:prstGeom prst="rect">
            <a:avLst/>
          </a:prstGeom>
          <a:noFill/>
          <a:ln>
            <a:noFill/>
          </a:ln>
        </p:spPr>
        <p:txBody>
          <a:bodyPr anchorCtr="0" anchor="ctr" bIns="68550" lIns="137150" spcFirstLastPara="1" rIns="137150" wrap="square" tIns="68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6" name="Shape 86"/>
        <p:cNvGrpSpPr/>
        <p:nvPr/>
      </p:nvGrpSpPr>
      <p:grpSpPr>
        <a:xfrm>
          <a:off x="0" y="0"/>
          <a:ext cx="0" cy="0"/>
          <a:chOff x="0" y="0"/>
          <a:chExt cx="0" cy="0"/>
        </a:xfrm>
      </p:grpSpPr>
      <p:sp>
        <p:nvSpPr>
          <p:cNvPr id="87" name="Google Shape;87;p20"/>
          <p:cNvSpPr txBox="1"/>
          <p:nvPr>
            <p:ph type="title"/>
          </p:nvPr>
        </p:nvSpPr>
        <p:spPr>
          <a:xfrm>
            <a:off x="685800" y="411957"/>
            <a:ext cx="12344400" cy="1714500"/>
          </a:xfrm>
          <a:prstGeom prst="rect">
            <a:avLst/>
          </a:prstGeom>
          <a:noFill/>
          <a:ln>
            <a:noFill/>
          </a:ln>
        </p:spPr>
        <p:txBody>
          <a:bodyPr anchorCtr="0" anchor="ctr" bIns="68550" lIns="137150" spcFirstLastPara="1" rIns="137150" wrap="square" tIns="68550">
            <a:normAutofit/>
          </a:bodyPr>
          <a:lstStyle>
            <a:lvl1pPr lvl="0" algn="ctr">
              <a:spcBef>
                <a:spcPts val="0"/>
              </a:spcBef>
              <a:spcAft>
                <a:spcPts val="0"/>
              </a:spcAft>
              <a:buClr>
                <a:schemeClr val="dk1"/>
              </a:buClr>
              <a:buSzPts val="2700"/>
              <a:buNone/>
              <a:defRPr/>
            </a:lvl1pPr>
            <a:lvl2pPr lvl="1">
              <a:spcBef>
                <a:spcPts val="0"/>
              </a:spcBef>
              <a:spcAft>
                <a:spcPts val="0"/>
              </a:spcAft>
              <a:buSzPts val="2100"/>
              <a:buNone/>
              <a:defRPr/>
            </a:lvl2pPr>
            <a:lvl3pPr lvl="2">
              <a:spcBef>
                <a:spcPts val="0"/>
              </a:spcBef>
              <a:spcAft>
                <a:spcPts val="0"/>
              </a:spcAft>
              <a:buSzPts val="2100"/>
              <a:buNone/>
              <a:defRPr/>
            </a:lvl3pPr>
            <a:lvl4pPr lvl="3">
              <a:spcBef>
                <a:spcPts val="0"/>
              </a:spcBef>
              <a:spcAft>
                <a:spcPts val="0"/>
              </a:spcAft>
              <a:buSzPts val="2100"/>
              <a:buNone/>
              <a:defRPr/>
            </a:lvl4pPr>
            <a:lvl5pPr lvl="4">
              <a:spcBef>
                <a:spcPts val="0"/>
              </a:spcBef>
              <a:spcAft>
                <a:spcPts val="0"/>
              </a:spcAft>
              <a:buSzPts val="2100"/>
              <a:buNone/>
              <a:defRPr/>
            </a:lvl5pPr>
            <a:lvl6pPr lvl="5">
              <a:spcBef>
                <a:spcPts val="0"/>
              </a:spcBef>
              <a:spcAft>
                <a:spcPts val="0"/>
              </a:spcAft>
              <a:buSzPts val="2100"/>
              <a:buNone/>
              <a:defRPr/>
            </a:lvl6pPr>
            <a:lvl7pPr lvl="6">
              <a:spcBef>
                <a:spcPts val="0"/>
              </a:spcBef>
              <a:spcAft>
                <a:spcPts val="0"/>
              </a:spcAft>
              <a:buSzPts val="2100"/>
              <a:buNone/>
              <a:defRPr/>
            </a:lvl7pPr>
            <a:lvl8pPr lvl="7">
              <a:spcBef>
                <a:spcPts val="0"/>
              </a:spcBef>
              <a:spcAft>
                <a:spcPts val="0"/>
              </a:spcAft>
              <a:buSzPts val="2100"/>
              <a:buNone/>
              <a:defRPr/>
            </a:lvl8pPr>
            <a:lvl9pPr lvl="8">
              <a:spcBef>
                <a:spcPts val="0"/>
              </a:spcBef>
              <a:spcAft>
                <a:spcPts val="0"/>
              </a:spcAft>
              <a:buSzPts val="2100"/>
              <a:buNone/>
              <a:defRPr/>
            </a:lvl9pPr>
          </a:lstStyle>
          <a:p/>
        </p:txBody>
      </p:sp>
      <p:sp>
        <p:nvSpPr>
          <p:cNvPr id="88" name="Google Shape;88;p20"/>
          <p:cNvSpPr txBox="1"/>
          <p:nvPr>
            <p:ph idx="1" type="body"/>
          </p:nvPr>
        </p:nvSpPr>
        <p:spPr>
          <a:xfrm>
            <a:off x="685800" y="2400300"/>
            <a:ext cx="6057900" cy="6789000"/>
          </a:xfrm>
          <a:prstGeom prst="rect">
            <a:avLst/>
          </a:prstGeom>
          <a:noFill/>
          <a:ln>
            <a:noFill/>
          </a:ln>
        </p:spPr>
        <p:txBody>
          <a:bodyPr anchorCtr="0" anchor="t" bIns="68550" lIns="137150" spcFirstLastPara="1" rIns="137150" wrap="square" tIns="68550">
            <a:normAutofit/>
          </a:bodyPr>
          <a:lstStyle>
            <a:lvl1pPr indent="-495300" lvl="0" marL="457200" algn="l">
              <a:spcBef>
                <a:spcPts val="800"/>
              </a:spcBef>
              <a:spcAft>
                <a:spcPts val="0"/>
              </a:spcAft>
              <a:buClr>
                <a:schemeClr val="dk1"/>
              </a:buClr>
              <a:buSzPts val="4200"/>
              <a:buChar char="•"/>
              <a:defRPr sz="4200"/>
            </a:lvl1pPr>
            <a:lvl2pPr indent="-457200" lvl="1" marL="914400" algn="l">
              <a:spcBef>
                <a:spcPts val="700"/>
              </a:spcBef>
              <a:spcAft>
                <a:spcPts val="0"/>
              </a:spcAft>
              <a:buClr>
                <a:schemeClr val="dk1"/>
              </a:buClr>
              <a:buSzPts val="3600"/>
              <a:buChar char="–"/>
              <a:defRPr sz="3600"/>
            </a:lvl2pPr>
            <a:lvl3pPr indent="-419100" lvl="2" marL="1371600" algn="l">
              <a:spcBef>
                <a:spcPts val="600"/>
              </a:spcBef>
              <a:spcAft>
                <a:spcPts val="0"/>
              </a:spcAft>
              <a:buClr>
                <a:schemeClr val="dk1"/>
              </a:buClr>
              <a:buSzPts val="3000"/>
              <a:buChar char="•"/>
              <a:defRPr sz="3000"/>
            </a:lvl3pPr>
            <a:lvl4pPr indent="-400050" lvl="3" marL="1828800" algn="l">
              <a:spcBef>
                <a:spcPts val="500"/>
              </a:spcBef>
              <a:spcAft>
                <a:spcPts val="0"/>
              </a:spcAft>
              <a:buClr>
                <a:schemeClr val="dk1"/>
              </a:buClr>
              <a:buSzPts val="2700"/>
              <a:buChar char="–"/>
              <a:defRPr sz="2700"/>
            </a:lvl4pPr>
            <a:lvl5pPr indent="-400050" lvl="4" marL="2286000" algn="l">
              <a:spcBef>
                <a:spcPts val="500"/>
              </a:spcBef>
              <a:spcAft>
                <a:spcPts val="0"/>
              </a:spcAft>
              <a:buClr>
                <a:schemeClr val="dk1"/>
              </a:buClr>
              <a:buSzPts val="2700"/>
              <a:buChar char="»"/>
              <a:defRPr sz="2700"/>
            </a:lvl5pPr>
            <a:lvl6pPr indent="-400050" lvl="5" marL="2743200" algn="l">
              <a:spcBef>
                <a:spcPts val="500"/>
              </a:spcBef>
              <a:spcAft>
                <a:spcPts val="0"/>
              </a:spcAft>
              <a:buClr>
                <a:schemeClr val="dk1"/>
              </a:buClr>
              <a:buSzPts val="2700"/>
              <a:buChar char="•"/>
              <a:defRPr sz="2700"/>
            </a:lvl6pPr>
            <a:lvl7pPr indent="-400050" lvl="6" marL="3200400" algn="l">
              <a:spcBef>
                <a:spcPts val="500"/>
              </a:spcBef>
              <a:spcAft>
                <a:spcPts val="0"/>
              </a:spcAft>
              <a:buClr>
                <a:schemeClr val="dk1"/>
              </a:buClr>
              <a:buSzPts val="2700"/>
              <a:buChar char="•"/>
              <a:defRPr sz="2700"/>
            </a:lvl7pPr>
            <a:lvl8pPr indent="-400050" lvl="7" marL="3657600" algn="l">
              <a:spcBef>
                <a:spcPts val="500"/>
              </a:spcBef>
              <a:spcAft>
                <a:spcPts val="0"/>
              </a:spcAft>
              <a:buClr>
                <a:schemeClr val="dk1"/>
              </a:buClr>
              <a:buSzPts val="2700"/>
              <a:buChar char="•"/>
              <a:defRPr sz="2700"/>
            </a:lvl8pPr>
            <a:lvl9pPr indent="-400050" lvl="8" marL="4114800" algn="l">
              <a:spcBef>
                <a:spcPts val="500"/>
              </a:spcBef>
              <a:spcAft>
                <a:spcPts val="0"/>
              </a:spcAft>
              <a:buClr>
                <a:schemeClr val="dk1"/>
              </a:buClr>
              <a:buSzPts val="2700"/>
              <a:buChar char="•"/>
              <a:defRPr sz="2700"/>
            </a:lvl9pPr>
          </a:lstStyle>
          <a:p/>
        </p:txBody>
      </p:sp>
      <p:sp>
        <p:nvSpPr>
          <p:cNvPr id="89" name="Google Shape;89;p20"/>
          <p:cNvSpPr txBox="1"/>
          <p:nvPr>
            <p:ph idx="2" type="body"/>
          </p:nvPr>
        </p:nvSpPr>
        <p:spPr>
          <a:xfrm>
            <a:off x="6972300" y="2400300"/>
            <a:ext cx="6057900" cy="6789000"/>
          </a:xfrm>
          <a:prstGeom prst="rect">
            <a:avLst/>
          </a:prstGeom>
          <a:noFill/>
          <a:ln>
            <a:noFill/>
          </a:ln>
        </p:spPr>
        <p:txBody>
          <a:bodyPr anchorCtr="0" anchor="t" bIns="68550" lIns="137150" spcFirstLastPara="1" rIns="137150" wrap="square" tIns="68550">
            <a:normAutofit/>
          </a:bodyPr>
          <a:lstStyle>
            <a:lvl1pPr indent="-495300" lvl="0" marL="457200" algn="l">
              <a:spcBef>
                <a:spcPts val="800"/>
              </a:spcBef>
              <a:spcAft>
                <a:spcPts val="0"/>
              </a:spcAft>
              <a:buClr>
                <a:schemeClr val="dk1"/>
              </a:buClr>
              <a:buSzPts val="4200"/>
              <a:buChar char="•"/>
              <a:defRPr sz="4200"/>
            </a:lvl1pPr>
            <a:lvl2pPr indent="-457200" lvl="1" marL="914400" algn="l">
              <a:spcBef>
                <a:spcPts val="700"/>
              </a:spcBef>
              <a:spcAft>
                <a:spcPts val="0"/>
              </a:spcAft>
              <a:buClr>
                <a:schemeClr val="dk1"/>
              </a:buClr>
              <a:buSzPts val="3600"/>
              <a:buChar char="–"/>
              <a:defRPr sz="3600"/>
            </a:lvl2pPr>
            <a:lvl3pPr indent="-419100" lvl="2" marL="1371600" algn="l">
              <a:spcBef>
                <a:spcPts val="600"/>
              </a:spcBef>
              <a:spcAft>
                <a:spcPts val="0"/>
              </a:spcAft>
              <a:buClr>
                <a:schemeClr val="dk1"/>
              </a:buClr>
              <a:buSzPts val="3000"/>
              <a:buChar char="•"/>
              <a:defRPr sz="3000"/>
            </a:lvl3pPr>
            <a:lvl4pPr indent="-400050" lvl="3" marL="1828800" algn="l">
              <a:spcBef>
                <a:spcPts val="500"/>
              </a:spcBef>
              <a:spcAft>
                <a:spcPts val="0"/>
              </a:spcAft>
              <a:buClr>
                <a:schemeClr val="dk1"/>
              </a:buClr>
              <a:buSzPts val="2700"/>
              <a:buChar char="–"/>
              <a:defRPr sz="2700"/>
            </a:lvl4pPr>
            <a:lvl5pPr indent="-400050" lvl="4" marL="2286000" algn="l">
              <a:spcBef>
                <a:spcPts val="500"/>
              </a:spcBef>
              <a:spcAft>
                <a:spcPts val="0"/>
              </a:spcAft>
              <a:buClr>
                <a:schemeClr val="dk1"/>
              </a:buClr>
              <a:buSzPts val="2700"/>
              <a:buChar char="»"/>
              <a:defRPr sz="2700"/>
            </a:lvl5pPr>
            <a:lvl6pPr indent="-400050" lvl="5" marL="2743200" algn="l">
              <a:spcBef>
                <a:spcPts val="500"/>
              </a:spcBef>
              <a:spcAft>
                <a:spcPts val="0"/>
              </a:spcAft>
              <a:buClr>
                <a:schemeClr val="dk1"/>
              </a:buClr>
              <a:buSzPts val="2700"/>
              <a:buChar char="•"/>
              <a:defRPr sz="2700"/>
            </a:lvl6pPr>
            <a:lvl7pPr indent="-400050" lvl="6" marL="3200400" algn="l">
              <a:spcBef>
                <a:spcPts val="500"/>
              </a:spcBef>
              <a:spcAft>
                <a:spcPts val="0"/>
              </a:spcAft>
              <a:buClr>
                <a:schemeClr val="dk1"/>
              </a:buClr>
              <a:buSzPts val="2700"/>
              <a:buChar char="•"/>
              <a:defRPr sz="2700"/>
            </a:lvl7pPr>
            <a:lvl8pPr indent="-400050" lvl="7" marL="3657600" algn="l">
              <a:spcBef>
                <a:spcPts val="500"/>
              </a:spcBef>
              <a:spcAft>
                <a:spcPts val="0"/>
              </a:spcAft>
              <a:buClr>
                <a:schemeClr val="dk1"/>
              </a:buClr>
              <a:buSzPts val="2700"/>
              <a:buChar char="•"/>
              <a:defRPr sz="2700"/>
            </a:lvl8pPr>
            <a:lvl9pPr indent="-400050" lvl="8" marL="4114800" algn="l">
              <a:spcBef>
                <a:spcPts val="500"/>
              </a:spcBef>
              <a:spcAft>
                <a:spcPts val="0"/>
              </a:spcAft>
              <a:buClr>
                <a:schemeClr val="dk1"/>
              </a:buClr>
              <a:buSzPts val="2700"/>
              <a:buChar char="•"/>
              <a:defRPr sz="2700"/>
            </a:lvl9pPr>
          </a:lstStyle>
          <a:p/>
        </p:txBody>
      </p:sp>
      <p:sp>
        <p:nvSpPr>
          <p:cNvPr id="90" name="Google Shape;90;p20"/>
          <p:cNvSpPr txBox="1"/>
          <p:nvPr>
            <p:ph idx="10" type="dt"/>
          </p:nvPr>
        </p:nvSpPr>
        <p:spPr>
          <a:xfrm>
            <a:off x="685800" y="9534525"/>
            <a:ext cx="3200400" cy="547800"/>
          </a:xfrm>
          <a:prstGeom prst="rect">
            <a:avLst/>
          </a:prstGeom>
          <a:noFill/>
          <a:ln>
            <a:noFill/>
          </a:ln>
        </p:spPr>
        <p:txBody>
          <a:bodyPr anchorCtr="0" anchor="ctr" bIns="68550" lIns="137150" spcFirstLastPara="1" rIns="137150" wrap="square" tIns="68550">
            <a:noAutofit/>
          </a:bodyPr>
          <a:lstStyle>
            <a:lvl1pPr lvl="0" algn="l">
              <a:spcBef>
                <a:spcPts val="0"/>
              </a:spcBef>
              <a:spcAft>
                <a:spcPts val="0"/>
              </a:spcAft>
              <a:buSzPts val="2100"/>
              <a:buNone/>
              <a:defRPr/>
            </a:lvl1pPr>
            <a:lvl2pPr lvl="1" algn="l">
              <a:spcBef>
                <a:spcPts val="0"/>
              </a:spcBef>
              <a:spcAft>
                <a:spcPts val="0"/>
              </a:spcAft>
              <a:buSzPts val="2100"/>
              <a:buNone/>
              <a:defRPr/>
            </a:lvl2pPr>
            <a:lvl3pPr lvl="2" algn="l">
              <a:spcBef>
                <a:spcPts val="0"/>
              </a:spcBef>
              <a:spcAft>
                <a:spcPts val="0"/>
              </a:spcAft>
              <a:buSzPts val="2100"/>
              <a:buNone/>
              <a:defRPr/>
            </a:lvl3pPr>
            <a:lvl4pPr lvl="3" algn="l">
              <a:spcBef>
                <a:spcPts val="0"/>
              </a:spcBef>
              <a:spcAft>
                <a:spcPts val="0"/>
              </a:spcAft>
              <a:buSzPts val="2100"/>
              <a:buNone/>
              <a:defRPr/>
            </a:lvl4pPr>
            <a:lvl5pPr lvl="4" algn="l">
              <a:spcBef>
                <a:spcPts val="0"/>
              </a:spcBef>
              <a:spcAft>
                <a:spcPts val="0"/>
              </a:spcAft>
              <a:buSzPts val="2100"/>
              <a:buNone/>
              <a:defRPr/>
            </a:lvl5pPr>
            <a:lvl6pPr lvl="5" algn="l">
              <a:spcBef>
                <a:spcPts val="0"/>
              </a:spcBef>
              <a:spcAft>
                <a:spcPts val="0"/>
              </a:spcAft>
              <a:buSzPts val="2100"/>
              <a:buNone/>
              <a:defRPr/>
            </a:lvl6pPr>
            <a:lvl7pPr lvl="6" algn="l">
              <a:spcBef>
                <a:spcPts val="0"/>
              </a:spcBef>
              <a:spcAft>
                <a:spcPts val="0"/>
              </a:spcAft>
              <a:buSzPts val="2100"/>
              <a:buNone/>
              <a:defRPr/>
            </a:lvl7pPr>
            <a:lvl8pPr lvl="7" algn="l">
              <a:spcBef>
                <a:spcPts val="0"/>
              </a:spcBef>
              <a:spcAft>
                <a:spcPts val="0"/>
              </a:spcAft>
              <a:buSzPts val="2100"/>
              <a:buNone/>
              <a:defRPr/>
            </a:lvl8pPr>
            <a:lvl9pPr lvl="8" algn="l">
              <a:spcBef>
                <a:spcPts val="0"/>
              </a:spcBef>
              <a:spcAft>
                <a:spcPts val="0"/>
              </a:spcAft>
              <a:buSzPts val="2100"/>
              <a:buNone/>
              <a:defRPr/>
            </a:lvl9pPr>
          </a:lstStyle>
          <a:p/>
        </p:txBody>
      </p:sp>
      <p:sp>
        <p:nvSpPr>
          <p:cNvPr id="91" name="Google Shape;91;p20"/>
          <p:cNvSpPr txBox="1"/>
          <p:nvPr>
            <p:ph idx="11" type="ftr"/>
          </p:nvPr>
        </p:nvSpPr>
        <p:spPr>
          <a:xfrm>
            <a:off x="4686300" y="9534525"/>
            <a:ext cx="4343400" cy="547800"/>
          </a:xfrm>
          <a:prstGeom prst="rect">
            <a:avLst/>
          </a:prstGeom>
          <a:noFill/>
          <a:ln>
            <a:noFill/>
          </a:ln>
        </p:spPr>
        <p:txBody>
          <a:bodyPr anchorCtr="0" anchor="ctr" bIns="68550" lIns="137150" spcFirstLastPara="1" rIns="137150" wrap="square" tIns="68550">
            <a:noAutofit/>
          </a:bodyPr>
          <a:lstStyle>
            <a:lvl1pPr lvl="0" algn="ctr">
              <a:spcBef>
                <a:spcPts val="0"/>
              </a:spcBef>
              <a:spcAft>
                <a:spcPts val="0"/>
              </a:spcAft>
              <a:buSzPts val="2100"/>
              <a:buNone/>
              <a:defRPr/>
            </a:lvl1pPr>
            <a:lvl2pPr lvl="1" algn="l">
              <a:spcBef>
                <a:spcPts val="0"/>
              </a:spcBef>
              <a:spcAft>
                <a:spcPts val="0"/>
              </a:spcAft>
              <a:buSzPts val="2100"/>
              <a:buNone/>
              <a:defRPr/>
            </a:lvl2pPr>
            <a:lvl3pPr lvl="2" algn="l">
              <a:spcBef>
                <a:spcPts val="0"/>
              </a:spcBef>
              <a:spcAft>
                <a:spcPts val="0"/>
              </a:spcAft>
              <a:buSzPts val="2100"/>
              <a:buNone/>
              <a:defRPr/>
            </a:lvl3pPr>
            <a:lvl4pPr lvl="3" algn="l">
              <a:spcBef>
                <a:spcPts val="0"/>
              </a:spcBef>
              <a:spcAft>
                <a:spcPts val="0"/>
              </a:spcAft>
              <a:buSzPts val="2100"/>
              <a:buNone/>
              <a:defRPr/>
            </a:lvl4pPr>
            <a:lvl5pPr lvl="4" algn="l">
              <a:spcBef>
                <a:spcPts val="0"/>
              </a:spcBef>
              <a:spcAft>
                <a:spcPts val="0"/>
              </a:spcAft>
              <a:buSzPts val="2100"/>
              <a:buNone/>
              <a:defRPr/>
            </a:lvl5pPr>
            <a:lvl6pPr lvl="5" algn="l">
              <a:spcBef>
                <a:spcPts val="0"/>
              </a:spcBef>
              <a:spcAft>
                <a:spcPts val="0"/>
              </a:spcAft>
              <a:buSzPts val="2100"/>
              <a:buNone/>
              <a:defRPr/>
            </a:lvl6pPr>
            <a:lvl7pPr lvl="6" algn="l">
              <a:spcBef>
                <a:spcPts val="0"/>
              </a:spcBef>
              <a:spcAft>
                <a:spcPts val="0"/>
              </a:spcAft>
              <a:buSzPts val="2100"/>
              <a:buNone/>
              <a:defRPr/>
            </a:lvl7pPr>
            <a:lvl8pPr lvl="7" algn="l">
              <a:spcBef>
                <a:spcPts val="0"/>
              </a:spcBef>
              <a:spcAft>
                <a:spcPts val="0"/>
              </a:spcAft>
              <a:buSzPts val="2100"/>
              <a:buNone/>
              <a:defRPr/>
            </a:lvl8pPr>
            <a:lvl9pPr lvl="8" algn="l">
              <a:spcBef>
                <a:spcPts val="0"/>
              </a:spcBef>
              <a:spcAft>
                <a:spcPts val="0"/>
              </a:spcAft>
              <a:buSzPts val="2100"/>
              <a:buNone/>
              <a:defRPr/>
            </a:lvl9pPr>
          </a:lstStyle>
          <a:p/>
        </p:txBody>
      </p:sp>
      <p:sp>
        <p:nvSpPr>
          <p:cNvPr id="92" name="Google Shape;92;p20"/>
          <p:cNvSpPr txBox="1"/>
          <p:nvPr>
            <p:ph idx="12" type="sldNum"/>
          </p:nvPr>
        </p:nvSpPr>
        <p:spPr>
          <a:xfrm>
            <a:off x="9829800" y="9534525"/>
            <a:ext cx="3200400" cy="547800"/>
          </a:xfrm>
          <a:prstGeom prst="rect">
            <a:avLst/>
          </a:prstGeom>
          <a:noFill/>
          <a:ln>
            <a:noFill/>
          </a:ln>
        </p:spPr>
        <p:txBody>
          <a:bodyPr anchorCtr="0" anchor="ctr" bIns="68550" lIns="137150" spcFirstLastPara="1" rIns="137150" wrap="square" tIns="68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3" name="Shape 93"/>
        <p:cNvGrpSpPr/>
        <p:nvPr/>
      </p:nvGrpSpPr>
      <p:grpSpPr>
        <a:xfrm>
          <a:off x="0" y="0"/>
          <a:ext cx="0" cy="0"/>
          <a:chOff x="0" y="0"/>
          <a:chExt cx="0" cy="0"/>
        </a:xfrm>
      </p:grpSpPr>
      <p:sp>
        <p:nvSpPr>
          <p:cNvPr id="94" name="Google Shape;94;p21"/>
          <p:cNvSpPr txBox="1"/>
          <p:nvPr>
            <p:ph type="title"/>
          </p:nvPr>
        </p:nvSpPr>
        <p:spPr>
          <a:xfrm>
            <a:off x="685800" y="411957"/>
            <a:ext cx="12344400" cy="1714500"/>
          </a:xfrm>
          <a:prstGeom prst="rect">
            <a:avLst/>
          </a:prstGeom>
          <a:noFill/>
          <a:ln>
            <a:noFill/>
          </a:ln>
        </p:spPr>
        <p:txBody>
          <a:bodyPr anchorCtr="0" anchor="ctr" bIns="68550" lIns="137150" spcFirstLastPara="1" rIns="137150" wrap="square" tIns="68550">
            <a:normAutofit/>
          </a:bodyPr>
          <a:lstStyle>
            <a:lvl1pPr lvl="0" algn="ctr">
              <a:spcBef>
                <a:spcPts val="0"/>
              </a:spcBef>
              <a:spcAft>
                <a:spcPts val="0"/>
              </a:spcAft>
              <a:buClr>
                <a:schemeClr val="dk1"/>
              </a:buClr>
              <a:buSzPts val="6600"/>
              <a:buFont typeface="Calibri"/>
              <a:buNone/>
              <a:defRPr/>
            </a:lvl1pPr>
            <a:lvl2pPr lvl="1">
              <a:spcBef>
                <a:spcPts val="0"/>
              </a:spcBef>
              <a:spcAft>
                <a:spcPts val="0"/>
              </a:spcAft>
              <a:buSzPts val="2100"/>
              <a:buNone/>
              <a:defRPr/>
            </a:lvl2pPr>
            <a:lvl3pPr lvl="2">
              <a:spcBef>
                <a:spcPts val="0"/>
              </a:spcBef>
              <a:spcAft>
                <a:spcPts val="0"/>
              </a:spcAft>
              <a:buSzPts val="2100"/>
              <a:buNone/>
              <a:defRPr/>
            </a:lvl3pPr>
            <a:lvl4pPr lvl="3">
              <a:spcBef>
                <a:spcPts val="0"/>
              </a:spcBef>
              <a:spcAft>
                <a:spcPts val="0"/>
              </a:spcAft>
              <a:buSzPts val="2100"/>
              <a:buNone/>
              <a:defRPr/>
            </a:lvl4pPr>
            <a:lvl5pPr lvl="4">
              <a:spcBef>
                <a:spcPts val="0"/>
              </a:spcBef>
              <a:spcAft>
                <a:spcPts val="0"/>
              </a:spcAft>
              <a:buSzPts val="2100"/>
              <a:buNone/>
              <a:defRPr/>
            </a:lvl5pPr>
            <a:lvl6pPr lvl="5">
              <a:spcBef>
                <a:spcPts val="0"/>
              </a:spcBef>
              <a:spcAft>
                <a:spcPts val="0"/>
              </a:spcAft>
              <a:buSzPts val="2100"/>
              <a:buNone/>
              <a:defRPr/>
            </a:lvl6pPr>
            <a:lvl7pPr lvl="6">
              <a:spcBef>
                <a:spcPts val="0"/>
              </a:spcBef>
              <a:spcAft>
                <a:spcPts val="0"/>
              </a:spcAft>
              <a:buSzPts val="2100"/>
              <a:buNone/>
              <a:defRPr/>
            </a:lvl7pPr>
            <a:lvl8pPr lvl="7">
              <a:spcBef>
                <a:spcPts val="0"/>
              </a:spcBef>
              <a:spcAft>
                <a:spcPts val="0"/>
              </a:spcAft>
              <a:buSzPts val="2100"/>
              <a:buNone/>
              <a:defRPr/>
            </a:lvl8pPr>
            <a:lvl9pPr lvl="8">
              <a:spcBef>
                <a:spcPts val="0"/>
              </a:spcBef>
              <a:spcAft>
                <a:spcPts val="0"/>
              </a:spcAft>
              <a:buSzPts val="2100"/>
              <a:buNone/>
              <a:defRPr/>
            </a:lvl9pPr>
          </a:lstStyle>
          <a:p/>
        </p:txBody>
      </p:sp>
      <p:sp>
        <p:nvSpPr>
          <p:cNvPr id="95" name="Google Shape;95;p21"/>
          <p:cNvSpPr txBox="1"/>
          <p:nvPr>
            <p:ph idx="1" type="body"/>
          </p:nvPr>
        </p:nvSpPr>
        <p:spPr>
          <a:xfrm>
            <a:off x="685800" y="2302670"/>
            <a:ext cx="6060300" cy="959700"/>
          </a:xfrm>
          <a:prstGeom prst="rect">
            <a:avLst/>
          </a:prstGeom>
          <a:noFill/>
          <a:ln>
            <a:noFill/>
          </a:ln>
        </p:spPr>
        <p:txBody>
          <a:bodyPr anchorCtr="0" anchor="b" bIns="68550" lIns="137150" spcFirstLastPara="1" rIns="137150" wrap="square" tIns="68550">
            <a:normAutofit/>
          </a:bodyPr>
          <a:lstStyle>
            <a:lvl1pPr indent="-228600" lvl="0" marL="457200" algn="l">
              <a:spcBef>
                <a:spcPts val="700"/>
              </a:spcBef>
              <a:spcAft>
                <a:spcPts val="0"/>
              </a:spcAft>
              <a:buClr>
                <a:schemeClr val="dk1"/>
              </a:buClr>
              <a:buSzPts val="3600"/>
              <a:buNone/>
              <a:defRPr b="1" sz="3600"/>
            </a:lvl1pPr>
            <a:lvl2pPr indent="-228600" lvl="1" marL="914400" algn="l">
              <a:spcBef>
                <a:spcPts val="600"/>
              </a:spcBef>
              <a:spcAft>
                <a:spcPts val="0"/>
              </a:spcAft>
              <a:buClr>
                <a:schemeClr val="dk1"/>
              </a:buClr>
              <a:buSzPts val="3000"/>
              <a:buNone/>
              <a:defRPr b="1" sz="3000"/>
            </a:lvl2pPr>
            <a:lvl3pPr indent="-228600" lvl="2" marL="1371600" algn="l">
              <a:spcBef>
                <a:spcPts val="500"/>
              </a:spcBef>
              <a:spcAft>
                <a:spcPts val="0"/>
              </a:spcAft>
              <a:buClr>
                <a:schemeClr val="dk1"/>
              </a:buClr>
              <a:buSzPts val="2700"/>
              <a:buNone/>
              <a:defRPr b="1" sz="2700"/>
            </a:lvl3pPr>
            <a:lvl4pPr indent="-228600" lvl="3" marL="1828800" algn="l">
              <a:spcBef>
                <a:spcPts val="500"/>
              </a:spcBef>
              <a:spcAft>
                <a:spcPts val="0"/>
              </a:spcAft>
              <a:buClr>
                <a:schemeClr val="dk1"/>
              </a:buClr>
              <a:buSzPts val="2400"/>
              <a:buNone/>
              <a:defRPr b="1" sz="2400"/>
            </a:lvl4pPr>
            <a:lvl5pPr indent="-228600" lvl="4" marL="2286000" algn="l">
              <a:spcBef>
                <a:spcPts val="500"/>
              </a:spcBef>
              <a:spcAft>
                <a:spcPts val="0"/>
              </a:spcAft>
              <a:buClr>
                <a:schemeClr val="dk1"/>
              </a:buClr>
              <a:buSzPts val="2400"/>
              <a:buNone/>
              <a:defRPr b="1" sz="2400"/>
            </a:lvl5pPr>
            <a:lvl6pPr indent="-228600" lvl="5" marL="2743200" algn="l">
              <a:spcBef>
                <a:spcPts val="500"/>
              </a:spcBef>
              <a:spcAft>
                <a:spcPts val="0"/>
              </a:spcAft>
              <a:buClr>
                <a:schemeClr val="dk1"/>
              </a:buClr>
              <a:buSzPts val="2400"/>
              <a:buNone/>
              <a:defRPr b="1" sz="2400"/>
            </a:lvl6pPr>
            <a:lvl7pPr indent="-228600" lvl="6" marL="3200400" algn="l">
              <a:spcBef>
                <a:spcPts val="500"/>
              </a:spcBef>
              <a:spcAft>
                <a:spcPts val="0"/>
              </a:spcAft>
              <a:buClr>
                <a:schemeClr val="dk1"/>
              </a:buClr>
              <a:buSzPts val="2400"/>
              <a:buNone/>
              <a:defRPr b="1" sz="2400"/>
            </a:lvl7pPr>
            <a:lvl8pPr indent="-228600" lvl="7" marL="3657600" algn="l">
              <a:spcBef>
                <a:spcPts val="500"/>
              </a:spcBef>
              <a:spcAft>
                <a:spcPts val="0"/>
              </a:spcAft>
              <a:buClr>
                <a:schemeClr val="dk1"/>
              </a:buClr>
              <a:buSzPts val="2400"/>
              <a:buNone/>
              <a:defRPr b="1" sz="2400"/>
            </a:lvl8pPr>
            <a:lvl9pPr indent="-228600" lvl="8" marL="4114800" algn="l">
              <a:spcBef>
                <a:spcPts val="500"/>
              </a:spcBef>
              <a:spcAft>
                <a:spcPts val="0"/>
              </a:spcAft>
              <a:buClr>
                <a:schemeClr val="dk1"/>
              </a:buClr>
              <a:buSzPts val="2400"/>
              <a:buNone/>
              <a:defRPr b="1" sz="2400"/>
            </a:lvl9pPr>
          </a:lstStyle>
          <a:p/>
        </p:txBody>
      </p:sp>
      <p:sp>
        <p:nvSpPr>
          <p:cNvPr id="96" name="Google Shape;96;p21"/>
          <p:cNvSpPr txBox="1"/>
          <p:nvPr>
            <p:ph idx="2" type="body"/>
          </p:nvPr>
        </p:nvSpPr>
        <p:spPr>
          <a:xfrm>
            <a:off x="685800" y="3262313"/>
            <a:ext cx="6060300" cy="5927100"/>
          </a:xfrm>
          <a:prstGeom prst="rect">
            <a:avLst/>
          </a:prstGeom>
          <a:noFill/>
          <a:ln>
            <a:noFill/>
          </a:ln>
        </p:spPr>
        <p:txBody>
          <a:bodyPr anchorCtr="0" anchor="t" bIns="68550" lIns="137150" spcFirstLastPara="1" rIns="137150" wrap="square" tIns="68550">
            <a:normAutofit/>
          </a:bodyPr>
          <a:lstStyle>
            <a:lvl1pPr indent="-457200" lvl="0" marL="457200" algn="l">
              <a:spcBef>
                <a:spcPts val="700"/>
              </a:spcBef>
              <a:spcAft>
                <a:spcPts val="0"/>
              </a:spcAft>
              <a:buClr>
                <a:schemeClr val="dk1"/>
              </a:buClr>
              <a:buSzPts val="3600"/>
              <a:buChar char="•"/>
              <a:defRPr sz="3600"/>
            </a:lvl1pPr>
            <a:lvl2pPr indent="-419100" lvl="1" marL="914400" algn="l">
              <a:spcBef>
                <a:spcPts val="600"/>
              </a:spcBef>
              <a:spcAft>
                <a:spcPts val="0"/>
              </a:spcAft>
              <a:buClr>
                <a:schemeClr val="dk1"/>
              </a:buClr>
              <a:buSzPts val="3000"/>
              <a:buChar char="–"/>
              <a:defRPr sz="3000"/>
            </a:lvl2pPr>
            <a:lvl3pPr indent="-400050" lvl="2" marL="1371600" algn="l">
              <a:spcBef>
                <a:spcPts val="500"/>
              </a:spcBef>
              <a:spcAft>
                <a:spcPts val="0"/>
              </a:spcAft>
              <a:buClr>
                <a:schemeClr val="dk1"/>
              </a:buClr>
              <a:buSzPts val="2700"/>
              <a:buChar char="•"/>
              <a:defRPr sz="2700"/>
            </a:lvl3pPr>
            <a:lvl4pPr indent="-381000" lvl="3" marL="1828800" algn="l">
              <a:spcBef>
                <a:spcPts val="500"/>
              </a:spcBef>
              <a:spcAft>
                <a:spcPts val="0"/>
              </a:spcAft>
              <a:buClr>
                <a:schemeClr val="dk1"/>
              </a:buClr>
              <a:buSzPts val="2400"/>
              <a:buChar char="–"/>
              <a:defRPr sz="2400"/>
            </a:lvl4pPr>
            <a:lvl5pPr indent="-381000" lvl="4" marL="2286000" algn="l">
              <a:spcBef>
                <a:spcPts val="500"/>
              </a:spcBef>
              <a:spcAft>
                <a:spcPts val="0"/>
              </a:spcAft>
              <a:buClr>
                <a:schemeClr val="dk1"/>
              </a:buClr>
              <a:buSzPts val="2400"/>
              <a:buChar char="»"/>
              <a:defRPr sz="2400"/>
            </a:lvl5pPr>
            <a:lvl6pPr indent="-381000" lvl="5" marL="2743200" algn="l">
              <a:spcBef>
                <a:spcPts val="500"/>
              </a:spcBef>
              <a:spcAft>
                <a:spcPts val="0"/>
              </a:spcAft>
              <a:buClr>
                <a:schemeClr val="dk1"/>
              </a:buClr>
              <a:buSzPts val="2400"/>
              <a:buChar char="•"/>
              <a:defRPr sz="2400"/>
            </a:lvl6pPr>
            <a:lvl7pPr indent="-381000" lvl="6" marL="3200400" algn="l">
              <a:spcBef>
                <a:spcPts val="500"/>
              </a:spcBef>
              <a:spcAft>
                <a:spcPts val="0"/>
              </a:spcAft>
              <a:buClr>
                <a:schemeClr val="dk1"/>
              </a:buClr>
              <a:buSzPts val="2400"/>
              <a:buChar char="•"/>
              <a:defRPr sz="2400"/>
            </a:lvl7pPr>
            <a:lvl8pPr indent="-381000" lvl="7" marL="3657600" algn="l">
              <a:spcBef>
                <a:spcPts val="500"/>
              </a:spcBef>
              <a:spcAft>
                <a:spcPts val="0"/>
              </a:spcAft>
              <a:buClr>
                <a:schemeClr val="dk1"/>
              </a:buClr>
              <a:buSzPts val="2400"/>
              <a:buChar char="•"/>
              <a:defRPr sz="2400"/>
            </a:lvl8pPr>
            <a:lvl9pPr indent="-381000" lvl="8" marL="4114800" algn="l">
              <a:spcBef>
                <a:spcPts val="500"/>
              </a:spcBef>
              <a:spcAft>
                <a:spcPts val="0"/>
              </a:spcAft>
              <a:buClr>
                <a:schemeClr val="dk1"/>
              </a:buClr>
              <a:buSzPts val="2400"/>
              <a:buChar char="•"/>
              <a:defRPr sz="2400"/>
            </a:lvl9pPr>
          </a:lstStyle>
          <a:p/>
        </p:txBody>
      </p:sp>
      <p:sp>
        <p:nvSpPr>
          <p:cNvPr id="97" name="Google Shape;97;p21"/>
          <p:cNvSpPr txBox="1"/>
          <p:nvPr>
            <p:ph idx="3" type="body"/>
          </p:nvPr>
        </p:nvSpPr>
        <p:spPr>
          <a:xfrm>
            <a:off x="6967538" y="2302670"/>
            <a:ext cx="6063000" cy="959700"/>
          </a:xfrm>
          <a:prstGeom prst="rect">
            <a:avLst/>
          </a:prstGeom>
          <a:noFill/>
          <a:ln>
            <a:noFill/>
          </a:ln>
        </p:spPr>
        <p:txBody>
          <a:bodyPr anchorCtr="0" anchor="b" bIns="68550" lIns="137150" spcFirstLastPara="1" rIns="137150" wrap="square" tIns="68550">
            <a:normAutofit/>
          </a:bodyPr>
          <a:lstStyle>
            <a:lvl1pPr indent="-228600" lvl="0" marL="457200" algn="l">
              <a:spcBef>
                <a:spcPts val="700"/>
              </a:spcBef>
              <a:spcAft>
                <a:spcPts val="0"/>
              </a:spcAft>
              <a:buClr>
                <a:schemeClr val="dk1"/>
              </a:buClr>
              <a:buSzPts val="3600"/>
              <a:buNone/>
              <a:defRPr b="1" sz="3600"/>
            </a:lvl1pPr>
            <a:lvl2pPr indent="-228600" lvl="1" marL="914400" algn="l">
              <a:spcBef>
                <a:spcPts val="600"/>
              </a:spcBef>
              <a:spcAft>
                <a:spcPts val="0"/>
              </a:spcAft>
              <a:buClr>
                <a:schemeClr val="dk1"/>
              </a:buClr>
              <a:buSzPts val="3000"/>
              <a:buNone/>
              <a:defRPr b="1" sz="3000"/>
            </a:lvl2pPr>
            <a:lvl3pPr indent="-228600" lvl="2" marL="1371600" algn="l">
              <a:spcBef>
                <a:spcPts val="500"/>
              </a:spcBef>
              <a:spcAft>
                <a:spcPts val="0"/>
              </a:spcAft>
              <a:buClr>
                <a:schemeClr val="dk1"/>
              </a:buClr>
              <a:buSzPts val="2700"/>
              <a:buNone/>
              <a:defRPr b="1" sz="2700"/>
            </a:lvl3pPr>
            <a:lvl4pPr indent="-228600" lvl="3" marL="1828800" algn="l">
              <a:spcBef>
                <a:spcPts val="500"/>
              </a:spcBef>
              <a:spcAft>
                <a:spcPts val="0"/>
              </a:spcAft>
              <a:buClr>
                <a:schemeClr val="dk1"/>
              </a:buClr>
              <a:buSzPts val="2400"/>
              <a:buNone/>
              <a:defRPr b="1" sz="2400"/>
            </a:lvl4pPr>
            <a:lvl5pPr indent="-228600" lvl="4" marL="2286000" algn="l">
              <a:spcBef>
                <a:spcPts val="500"/>
              </a:spcBef>
              <a:spcAft>
                <a:spcPts val="0"/>
              </a:spcAft>
              <a:buClr>
                <a:schemeClr val="dk1"/>
              </a:buClr>
              <a:buSzPts val="2400"/>
              <a:buNone/>
              <a:defRPr b="1" sz="2400"/>
            </a:lvl5pPr>
            <a:lvl6pPr indent="-228600" lvl="5" marL="2743200" algn="l">
              <a:spcBef>
                <a:spcPts val="500"/>
              </a:spcBef>
              <a:spcAft>
                <a:spcPts val="0"/>
              </a:spcAft>
              <a:buClr>
                <a:schemeClr val="dk1"/>
              </a:buClr>
              <a:buSzPts val="2400"/>
              <a:buNone/>
              <a:defRPr b="1" sz="2400"/>
            </a:lvl6pPr>
            <a:lvl7pPr indent="-228600" lvl="6" marL="3200400" algn="l">
              <a:spcBef>
                <a:spcPts val="500"/>
              </a:spcBef>
              <a:spcAft>
                <a:spcPts val="0"/>
              </a:spcAft>
              <a:buClr>
                <a:schemeClr val="dk1"/>
              </a:buClr>
              <a:buSzPts val="2400"/>
              <a:buNone/>
              <a:defRPr b="1" sz="2400"/>
            </a:lvl7pPr>
            <a:lvl8pPr indent="-228600" lvl="7" marL="3657600" algn="l">
              <a:spcBef>
                <a:spcPts val="500"/>
              </a:spcBef>
              <a:spcAft>
                <a:spcPts val="0"/>
              </a:spcAft>
              <a:buClr>
                <a:schemeClr val="dk1"/>
              </a:buClr>
              <a:buSzPts val="2400"/>
              <a:buNone/>
              <a:defRPr b="1" sz="2400"/>
            </a:lvl8pPr>
            <a:lvl9pPr indent="-228600" lvl="8" marL="4114800" algn="l">
              <a:spcBef>
                <a:spcPts val="500"/>
              </a:spcBef>
              <a:spcAft>
                <a:spcPts val="0"/>
              </a:spcAft>
              <a:buClr>
                <a:schemeClr val="dk1"/>
              </a:buClr>
              <a:buSzPts val="2400"/>
              <a:buNone/>
              <a:defRPr b="1" sz="2400"/>
            </a:lvl9pPr>
          </a:lstStyle>
          <a:p/>
        </p:txBody>
      </p:sp>
      <p:sp>
        <p:nvSpPr>
          <p:cNvPr id="98" name="Google Shape;98;p21"/>
          <p:cNvSpPr txBox="1"/>
          <p:nvPr>
            <p:ph idx="4" type="body"/>
          </p:nvPr>
        </p:nvSpPr>
        <p:spPr>
          <a:xfrm>
            <a:off x="6967538" y="3262313"/>
            <a:ext cx="6063000" cy="5927100"/>
          </a:xfrm>
          <a:prstGeom prst="rect">
            <a:avLst/>
          </a:prstGeom>
          <a:noFill/>
          <a:ln>
            <a:noFill/>
          </a:ln>
        </p:spPr>
        <p:txBody>
          <a:bodyPr anchorCtr="0" anchor="t" bIns="68550" lIns="137150" spcFirstLastPara="1" rIns="137150" wrap="square" tIns="68550">
            <a:normAutofit/>
          </a:bodyPr>
          <a:lstStyle>
            <a:lvl1pPr indent="-457200" lvl="0" marL="457200" algn="l">
              <a:spcBef>
                <a:spcPts val="700"/>
              </a:spcBef>
              <a:spcAft>
                <a:spcPts val="0"/>
              </a:spcAft>
              <a:buClr>
                <a:schemeClr val="dk1"/>
              </a:buClr>
              <a:buSzPts val="3600"/>
              <a:buChar char="•"/>
              <a:defRPr sz="3600"/>
            </a:lvl1pPr>
            <a:lvl2pPr indent="-419100" lvl="1" marL="914400" algn="l">
              <a:spcBef>
                <a:spcPts val="600"/>
              </a:spcBef>
              <a:spcAft>
                <a:spcPts val="0"/>
              </a:spcAft>
              <a:buClr>
                <a:schemeClr val="dk1"/>
              </a:buClr>
              <a:buSzPts val="3000"/>
              <a:buChar char="–"/>
              <a:defRPr sz="3000"/>
            </a:lvl2pPr>
            <a:lvl3pPr indent="-400050" lvl="2" marL="1371600" algn="l">
              <a:spcBef>
                <a:spcPts val="500"/>
              </a:spcBef>
              <a:spcAft>
                <a:spcPts val="0"/>
              </a:spcAft>
              <a:buClr>
                <a:schemeClr val="dk1"/>
              </a:buClr>
              <a:buSzPts val="2700"/>
              <a:buChar char="•"/>
              <a:defRPr sz="2700"/>
            </a:lvl3pPr>
            <a:lvl4pPr indent="-381000" lvl="3" marL="1828800" algn="l">
              <a:spcBef>
                <a:spcPts val="500"/>
              </a:spcBef>
              <a:spcAft>
                <a:spcPts val="0"/>
              </a:spcAft>
              <a:buClr>
                <a:schemeClr val="dk1"/>
              </a:buClr>
              <a:buSzPts val="2400"/>
              <a:buChar char="–"/>
              <a:defRPr sz="2400"/>
            </a:lvl4pPr>
            <a:lvl5pPr indent="-381000" lvl="4" marL="2286000" algn="l">
              <a:spcBef>
                <a:spcPts val="500"/>
              </a:spcBef>
              <a:spcAft>
                <a:spcPts val="0"/>
              </a:spcAft>
              <a:buClr>
                <a:schemeClr val="dk1"/>
              </a:buClr>
              <a:buSzPts val="2400"/>
              <a:buChar char="»"/>
              <a:defRPr sz="2400"/>
            </a:lvl5pPr>
            <a:lvl6pPr indent="-381000" lvl="5" marL="2743200" algn="l">
              <a:spcBef>
                <a:spcPts val="500"/>
              </a:spcBef>
              <a:spcAft>
                <a:spcPts val="0"/>
              </a:spcAft>
              <a:buClr>
                <a:schemeClr val="dk1"/>
              </a:buClr>
              <a:buSzPts val="2400"/>
              <a:buChar char="•"/>
              <a:defRPr sz="2400"/>
            </a:lvl6pPr>
            <a:lvl7pPr indent="-381000" lvl="6" marL="3200400" algn="l">
              <a:spcBef>
                <a:spcPts val="500"/>
              </a:spcBef>
              <a:spcAft>
                <a:spcPts val="0"/>
              </a:spcAft>
              <a:buClr>
                <a:schemeClr val="dk1"/>
              </a:buClr>
              <a:buSzPts val="2400"/>
              <a:buChar char="•"/>
              <a:defRPr sz="2400"/>
            </a:lvl7pPr>
            <a:lvl8pPr indent="-381000" lvl="7" marL="3657600" algn="l">
              <a:spcBef>
                <a:spcPts val="500"/>
              </a:spcBef>
              <a:spcAft>
                <a:spcPts val="0"/>
              </a:spcAft>
              <a:buClr>
                <a:schemeClr val="dk1"/>
              </a:buClr>
              <a:buSzPts val="2400"/>
              <a:buChar char="•"/>
              <a:defRPr sz="2400"/>
            </a:lvl8pPr>
            <a:lvl9pPr indent="-381000" lvl="8" marL="4114800" algn="l">
              <a:spcBef>
                <a:spcPts val="500"/>
              </a:spcBef>
              <a:spcAft>
                <a:spcPts val="0"/>
              </a:spcAft>
              <a:buClr>
                <a:schemeClr val="dk1"/>
              </a:buClr>
              <a:buSzPts val="2400"/>
              <a:buChar char="•"/>
              <a:defRPr sz="2400"/>
            </a:lvl9pPr>
          </a:lstStyle>
          <a:p/>
        </p:txBody>
      </p:sp>
      <p:sp>
        <p:nvSpPr>
          <p:cNvPr id="99" name="Google Shape;99;p21"/>
          <p:cNvSpPr txBox="1"/>
          <p:nvPr>
            <p:ph idx="10" type="dt"/>
          </p:nvPr>
        </p:nvSpPr>
        <p:spPr>
          <a:xfrm>
            <a:off x="685800" y="9534525"/>
            <a:ext cx="3200400" cy="547800"/>
          </a:xfrm>
          <a:prstGeom prst="rect">
            <a:avLst/>
          </a:prstGeom>
          <a:noFill/>
          <a:ln>
            <a:noFill/>
          </a:ln>
        </p:spPr>
        <p:txBody>
          <a:bodyPr anchorCtr="0" anchor="ctr" bIns="68550" lIns="137150" spcFirstLastPara="1" rIns="137150" wrap="square" tIns="68550">
            <a:noAutofit/>
          </a:bodyPr>
          <a:lstStyle>
            <a:lvl1pPr lvl="0" algn="l">
              <a:spcBef>
                <a:spcPts val="0"/>
              </a:spcBef>
              <a:spcAft>
                <a:spcPts val="0"/>
              </a:spcAft>
              <a:buSzPts val="2100"/>
              <a:buNone/>
              <a:defRPr/>
            </a:lvl1pPr>
            <a:lvl2pPr lvl="1" algn="l">
              <a:spcBef>
                <a:spcPts val="0"/>
              </a:spcBef>
              <a:spcAft>
                <a:spcPts val="0"/>
              </a:spcAft>
              <a:buSzPts val="2100"/>
              <a:buNone/>
              <a:defRPr/>
            </a:lvl2pPr>
            <a:lvl3pPr lvl="2" algn="l">
              <a:spcBef>
                <a:spcPts val="0"/>
              </a:spcBef>
              <a:spcAft>
                <a:spcPts val="0"/>
              </a:spcAft>
              <a:buSzPts val="2100"/>
              <a:buNone/>
              <a:defRPr/>
            </a:lvl3pPr>
            <a:lvl4pPr lvl="3" algn="l">
              <a:spcBef>
                <a:spcPts val="0"/>
              </a:spcBef>
              <a:spcAft>
                <a:spcPts val="0"/>
              </a:spcAft>
              <a:buSzPts val="2100"/>
              <a:buNone/>
              <a:defRPr/>
            </a:lvl4pPr>
            <a:lvl5pPr lvl="4" algn="l">
              <a:spcBef>
                <a:spcPts val="0"/>
              </a:spcBef>
              <a:spcAft>
                <a:spcPts val="0"/>
              </a:spcAft>
              <a:buSzPts val="2100"/>
              <a:buNone/>
              <a:defRPr/>
            </a:lvl5pPr>
            <a:lvl6pPr lvl="5" algn="l">
              <a:spcBef>
                <a:spcPts val="0"/>
              </a:spcBef>
              <a:spcAft>
                <a:spcPts val="0"/>
              </a:spcAft>
              <a:buSzPts val="2100"/>
              <a:buNone/>
              <a:defRPr/>
            </a:lvl6pPr>
            <a:lvl7pPr lvl="6" algn="l">
              <a:spcBef>
                <a:spcPts val="0"/>
              </a:spcBef>
              <a:spcAft>
                <a:spcPts val="0"/>
              </a:spcAft>
              <a:buSzPts val="2100"/>
              <a:buNone/>
              <a:defRPr/>
            </a:lvl7pPr>
            <a:lvl8pPr lvl="7" algn="l">
              <a:spcBef>
                <a:spcPts val="0"/>
              </a:spcBef>
              <a:spcAft>
                <a:spcPts val="0"/>
              </a:spcAft>
              <a:buSzPts val="2100"/>
              <a:buNone/>
              <a:defRPr/>
            </a:lvl8pPr>
            <a:lvl9pPr lvl="8" algn="l">
              <a:spcBef>
                <a:spcPts val="0"/>
              </a:spcBef>
              <a:spcAft>
                <a:spcPts val="0"/>
              </a:spcAft>
              <a:buSzPts val="2100"/>
              <a:buNone/>
              <a:defRPr/>
            </a:lvl9pPr>
          </a:lstStyle>
          <a:p/>
        </p:txBody>
      </p:sp>
      <p:sp>
        <p:nvSpPr>
          <p:cNvPr id="100" name="Google Shape;100;p21"/>
          <p:cNvSpPr txBox="1"/>
          <p:nvPr>
            <p:ph idx="11" type="ftr"/>
          </p:nvPr>
        </p:nvSpPr>
        <p:spPr>
          <a:xfrm>
            <a:off x="4686300" y="9534525"/>
            <a:ext cx="4343400" cy="547800"/>
          </a:xfrm>
          <a:prstGeom prst="rect">
            <a:avLst/>
          </a:prstGeom>
          <a:noFill/>
          <a:ln>
            <a:noFill/>
          </a:ln>
        </p:spPr>
        <p:txBody>
          <a:bodyPr anchorCtr="0" anchor="ctr" bIns="68550" lIns="137150" spcFirstLastPara="1" rIns="137150" wrap="square" tIns="68550">
            <a:noAutofit/>
          </a:bodyPr>
          <a:lstStyle>
            <a:lvl1pPr lvl="0" algn="ctr">
              <a:spcBef>
                <a:spcPts val="0"/>
              </a:spcBef>
              <a:spcAft>
                <a:spcPts val="0"/>
              </a:spcAft>
              <a:buSzPts val="2100"/>
              <a:buNone/>
              <a:defRPr/>
            </a:lvl1pPr>
            <a:lvl2pPr lvl="1" algn="l">
              <a:spcBef>
                <a:spcPts val="0"/>
              </a:spcBef>
              <a:spcAft>
                <a:spcPts val="0"/>
              </a:spcAft>
              <a:buSzPts val="2100"/>
              <a:buNone/>
              <a:defRPr/>
            </a:lvl2pPr>
            <a:lvl3pPr lvl="2" algn="l">
              <a:spcBef>
                <a:spcPts val="0"/>
              </a:spcBef>
              <a:spcAft>
                <a:spcPts val="0"/>
              </a:spcAft>
              <a:buSzPts val="2100"/>
              <a:buNone/>
              <a:defRPr/>
            </a:lvl3pPr>
            <a:lvl4pPr lvl="3" algn="l">
              <a:spcBef>
                <a:spcPts val="0"/>
              </a:spcBef>
              <a:spcAft>
                <a:spcPts val="0"/>
              </a:spcAft>
              <a:buSzPts val="2100"/>
              <a:buNone/>
              <a:defRPr/>
            </a:lvl4pPr>
            <a:lvl5pPr lvl="4" algn="l">
              <a:spcBef>
                <a:spcPts val="0"/>
              </a:spcBef>
              <a:spcAft>
                <a:spcPts val="0"/>
              </a:spcAft>
              <a:buSzPts val="2100"/>
              <a:buNone/>
              <a:defRPr/>
            </a:lvl5pPr>
            <a:lvl6pPr lvl="5" algn="l">
              <a:spcBef>
                <a:spcPts val="0"/>
              </a:spcBef>
              <a:spcAft>
                <a:spcPts val="0"/>
              </a:spcAft>
              <a:buSzPts val="2100"/>
              <a:buNone/>
              <a:defRPr/>
            </a:lvl6pPr>
            <a:lvl7pPr lvl="6" algn="l">
              <a:spcBef>
                <a:spcPts val="0"/>
              </a:spcBef>
              <a:spcAft>
                <a:spcPts val="0"/>
              </a:spcAft>
              <a:buSzPts val="2100"/>
              <a:buNone/>
              <a:defRPr/>
            </a:lvl7pPr>
            <a:lvl8pPr lvl="7" algn="l">
              <a:spcBef>
                <a:spcPts val="0"/>
              </a:spcBef>
              <a:spcAft>
                <a:spcPts val="0"/>
              </a:spcAft>
              <a:buSzPts val="2100"/>
              <a:buNone/>
              <a:defRPr/>
            </a:lvl8pPr>
            <a:lvl9pPr lvl="8" algn="l">
              <a:spcBef>
                <a:spcPts val="0"/>
              </a:spcBef>
              <a:spcAft>
                <a:spcPts val="0"/>
              </a:spcAft>
              <a:buSzPts val="2100"/>
              <a:buNone/>
              <a:defRPr/>
            </a:lvl9pPr>
          </a:lstStyle>
          <a:p/>
        </p:txBody>
      </p:sp>
      <p:sp>
        <p:nvSpPr>
          <p:cNvPr id="101" name="Google Shape;101;p21"/>
          <p:cNvSpPr txBox="1"/>
          <p:nvPr>
            <p:ph idx="12" type="sldNum"/>
          </p:nvPr>
        </p:nvSpPr>
        <p:spPr>
          <a:xfrm>
            <a:off x="9829800" y="9534525"/>
            <a:ext cx="3200400" cy="547800"/>
          </a:xfrm>
          <a:prstGeom prst="rect">
            <a:avLst/>
          </a:prstGeom>
          <a:noFill/>
          <a:ln>
            <a:noFill/>
          </a:ln>
        </p:spPr>
        <p:txBody>
          <a:bodyPr anchorCtr="0" anchor="ctr" bIns="68550" lIns="137150" spcFirstLastPara="1" rIns="137150" wrap="square" tIns="68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p22"/>
          <p:cNvSpPr txBox="1"/>
          <p:nvPr>
            <p:ph type="title"/>
          </p:nvPr>
        </p:nvSpPr>
        <p:spPr>
          <a:xfrm>
            <a:off x="685800" y="411957"/>
            <a:ext cx="12344400" cy="1714500"/>
          </a:xfrm>
          <a:prstGeom prst="rect">
            <a:avLst/>
          </a:prstGeom>
          <a:noFill/>
          <a:ln>
            <a:noFill/>
          </a:ln>
        </p:spPr>
        <p:txBody>
          <a:bodyPr anchorCtr="0" anchor="ctr" bIns="68550" lIns="137150" spcFirstLastPara="1" rIns="137150" wrap="square" tIns="68550">
            <a:normAutofit/>
          </a:bodyPr>
          <a:lstStyle>
            <a:lvl1pPr lvl="0" algn="ctr">
              <a:spcBef>
                <a:spcPts val="0"/>
              </a:spcBef>
              <a:spcAft>
                <a:spcPts val="0"/>
              </a:spcAft>
              <a:buClr>
                <a:schemeClr val="dk1"/>
              </a:buClr>
              <a:buSzPts val="2700"/>
              <a:buNone/>
              <a:defRPr/>
            </a:lvl1pPr>
            <a:lvl2pPr lvl="1">
              <a:spcBef>
                <a:spcPts val="0"/>
              </a:spcBef>
              <a:spcAft>
                <a:spcPts val="0"/>
              </a:spcAft>
              <a:buSzPts val="2100"/>
              <a:buNone/>
              <a:defRPr/>
            </a:lvl2pPr>
            <a:lvl3pPr lvl="2">
              <a:spcBef>
                <a:spcPts val="0"/>
              </a:spcBef>
              <a:spcAft>
                <a:spcPts val="0"/>
              </a:spcAft>
              <a:buSzPts val="2100"/>
              <a:buNone/>
              <a:defRPr/>
            </a:lvl3pPr>
            <a:lvl4pPr lvl="3">
              <a:spcBef>
                <a:spcPts val="0"/>
              </a:spcBef>
              <a:spcAft>
                <a:spcPts val="0"/>
              </a:spcAft>
              <a:buSzPts val="2100"/>
              <a:buNone/>
              <a:defRPr/>
            </a:lvl4pPr>
            <a:lvl5pPr lvl="4">
              <a:spcBef>
                <a:spcPts val="0"/>
              </a:spcBef>
              <a:spcAft>
                <a:spcPts val="0"/>
              </a:spcAft>
              <a:buSzPts val="2100"/>
              <a:buNone/>
              <a:defRPr/>
            </a:lvl5pPr>
            <a:lvl6pPr lvl="5">
              <a:spcBef>
                <a:spcPts val="0"/>
              </a:spcBef>
              <a:spcAft>
                <a:spcPts val="0"/>
              </a:spcAft>
              <a:buSzPts val="2100"/>
              <a:buNone/>
              <a:defRPr/>
            </a:lvl6pPr>
            <a:lvl7pPr lvl="6">
              <a:spcBef>
                <a:spcPts val="0"/>
              </a:spcBef>
              <a:spcAft>
                <a:spcPts val="0"/>
              </a:spcAft>
              <a:buSzPts val="2100"/>
              <a:buNone/>
              <a:defRPr/>
            </a:lvl7pPr>
            <a:lvl8pPr lvl="7">
              <a:spcBef>
                <a:spcPts val="0"/>
              </a:spcBef>
              <a:spcAft>
                <a:spcPts val="0"/>
              </a:spcAft>
              <a:buSzPts val="2100"/>
              <a:buNone/>
              <a:defRPr/>
            </a:lvl8pPr>
            <a:lvl9pPr lvl="8">
              <a:spcBef>
                <a:spcPts val="0"/>
              </a:spcBef>
              <a:spcAft>
                <a:spcPts val="0"/>
              </a:spcAft>
              <a:buSzPts val="2100"/>
              <a:buNone/>
              <a:defRPr/>
            </a:lvl9pPr>
          </a:lstStyle>
          <a:p/>
        </p:txBody>
      </p:sp>
      <p:sp>
        <p:nvSpPr>
          <p:cNvPr id="104" name="Google Shape;104;p22"/>
          <p:cNvSpPr txBox="1"/>
          <p:nvPr>
            <p:ph idx="10" type="dt"/>
          </p:nvPr>
        </p:nvSpPr>
        <p:spPr>
          <a:xfrm>
            <a:off x="685800" y="9534525"/>
            <a:ext cx="3200400" cy="547800"/>
          </a:xfrm>
          <a:prstGeom prst="rect">
            <a:avLst/>
          </a:prstGeom>
          <a:noFill/>
          <a:ln>
            <a:noFill/>
          </a:ln>
        </p:spPr>
        <p:txBody>
          <a:bodyPr anchorCtr="0" anchor="ctr" bIns="68550" lIns="137150" spcFirstLastPara="1" rIns="137150" wrap="square" tIns="68550">
            <a:noAutofit/>
          </a:bodyPr>
          <a:lstStyle>
            <a:lvl1pPr lvl="0" algn="l">
              <a:spcBef>
                <a:spcPts val="0"/>
              </a:spcBef>
              <a:spcAft>
                <a:spcPts val="0"/>
              </a:spcAft>
              <a:buSzPts val="2100"/>
              <a:buNone/>
              <a:defRPr/>
            </a:lvl1pPr>
            <a:lvl2pPr lvl="1" algn="l">
              <a:spcBef>
                <a:spcPts val="0"/>
              </a:spcBef>
              <a:spcAft>
                <a:spcPts val="0"/>
              </a:spcAft>
              <a:buSzPts val="2100"/>
              <a:buNone/>
              <a:defRPr/>
            </a:lvl2pPr>
            <a:lvl3pPr lvl="2" algn="l">
              <a:spcBef>
                <a:spcPts val="0"/>
              </a:spcBef>
              <a:spcAft>
                <a:spcPts val="0"/>
              </a:spcAft>
              <a:buSzPts val="2100"/>
              <a:buNone/>
              <a:defRPr/>
            </a:lvl3pPr>
            <a:lvl4pPr lvl="3" algn="l">
              <a:spcBef>
                <a:spcPts val="0"/>
              </a:spcBef>
              <a:spcAft>
                <a:spcPts val="0"/>
              </a:spcAft>
              <a:buSzPts val="2100"/>
              <a:buNone/>
              <a:defRPr/>
            </a:lvl4pPr>
            <a:lvl5pPr lvl="4" algn="l">
              <a:spcBef>
                <a:spcPts val="0"/>
              </a:spcBef>
              <a:spcAft>
                <a:spcPts val="0"/>
              </a:spcAft>
              <a:buSzPts val="2100"/>
              <a:buNone/>
              <a:defRPr/>
            </a:lvl5pPr>
            <a:lvl6pPr lvl="5" algn="l">
              <a:spcBef>
                <a:spcPts val="0"/>
              </a:spcBef>
              <a:spcAft>
                <a:spcPts val="0"/>
              </a:spcAft>
              <a:buSzPts val="2100"/>
              <a:buNone/>
              <a:defRPr/>
            </a:lvl6pPr>
            <a:lvl7pPr lvl="6" algn="l">
              <a:spcBef>
                <a:spcPts val="0"/>
              </a:spcBef>
              <a:spcAft>
                <a:spcPts val="0"/>
              </a:spcAft>
              <a:buSzPts val="2100"/>
              <a:buNone/>
              <a:defRPr/>
            </a:lvl7pPr>
            <a:lvl8pPr lvl="7" algn="l">
              <a:spcBef>
                <a:spcPts val="0"/>
              </a:spcBef>
              <a:spcAft>
                <a:spcPts val="0"/>
              </a:spcAft>
              <a:buSzPts val="2100"/>
              <a:buNone/>
              <a:defRPr/>
            </a:lvl8pPr>
            <a:lvl9pPr lvl="8" algn="l">
              <a:spcBef>
                <a:spcPts val="0"/>
              </a:spcBef>
              <a:spcAft>
                <a:spcPts val="0"/>
              </a:spcAft>
              <a:buSzPts val="2100"/>
              <a:buNone/>
              <a:defRPr/>
            </a:lvl9pPr>
          </a:lstStyle>
          <a:p/>
        </p:txBody>
      </p:sp>
      <p:sp>
        <p:nvSpPr>
          <p:cNvPr id="105" name="Google Shape;105;p22"/>
          <p:cNvSpPr txBox="1"/>
          <p:nvPr>
            <p:ph idx="11" type="ftr"/>
          </p:nvPr>
        </p:nvSpPr>
        <p:spPr>
          <a:xfrm>
            <a:off x="4686300" y="9534525"/>
            <a:ext cx="4343400" cy="547800"/>
          </a:xfrm>
          <a:prstGeom prst="rect">
            <a:avLst/>
          </a:prstGeom>
          <a:noFill/>
          <a:ln>
            <a:noFill/>
          </a:ln>
        </p:spPr>
        <p:txBody>
          <a:bodyPr anchorCtr="0" anchor="ctr" bIns="68550" lIns="137150" spcFirstLastPara="1" rIns="137150" wrap="square" tIns="68550">
            <a:noAutofit/>
          </a:bodyPr>
          <a:lstStyle>
            <a:lvl1pPr lvl="0" algn="ctr">
              <a:spcBef>
                <a:spcPts val="0"/>
              </a:spcBef>
              <a:spcAft>
                <a:spcPts val="0"/>
              </a:spcAft>
              <a:buSzPts val="2100"/>
              <a:buNone/>
              <a:defRPr/>
            </a:lvl1pPr>
            <a:lvl2pPr lvl="1" algn="l">
              <a:spcBef>
                <a:spcPts val="0"/>
              </a:spcBef>
              <a:spcAft>
                <a:spcPts val="0"/>
              </a:spcAft>
              <a:buSzPts val="2100"/>
              <a:buNone/>
              <a:defRPr/>
            </a:lvl2pPr>
            <a:lvl3pPr lvl="2" algn="l">
              <a:spcBef>
                <a:spcPts val="0"/>
              </a:spcBef>
              <a:spcAft>
                <a:spcPts val="0"/>
              </a:spcAft>
              <a:buSzPts val="2100"/>
              <a:buNone/>
              <a:defRPr/>
            </a:lvl3pPr>
            <a:lvl4pPr lvl="3" algn="l">
              <a:spcBef>
                <a:spcPts val="0"/>
              </a:spcBef>
              <a:spcAft>
                <a:spcPts val="0"/>
              </a:spcAft>
              <a:buSzPts val="2100"/>
              <a:buNone/>
              <a:defRPr/>
            </a:lvl4pPr>
            <a:lvl5pPr lvl="4" algn="l">
              <a:spcBef>
                <a:spcPts val="0"/>
              </a:spcBef>
              <a:spcAft>
                <a:spcPts val="0"/>
              </a:spcAft>
              <a:buSzPts val="2100"/>
              <a:buNone/>
              <a:defRPr/>
            </a:lvl5pPr>
            <a:lvl6pPr lvl="5" algn="l">
              <a:spcBef>
                <a:spcPts val="0"/>
              </a:spcBef>
              <a:spcAft>
                <a:spcPts val="0"/>
              </a:spcAft>
              <a:buSzPts val="2100"/>
              <a:buNone/>
              <a:defRPr/>
            </a:lvl6pPr>
            <a:lvl7pPr lvl="6" algn="l">
              <a:spcBef>
                <a:spcPts val="0"/>
              </a:spcBef>
              <a:spcAft>
                <a:spcPts val="0"/>
              </a:spcAft>
              <a:buSzPts val="2100"/>
              <a:buNone/>
              <a:defRPr/>
            </a:lvl7pPr>
            <a:lvl8pPr lvl="7" algn="l">
              <a:spcBef>
                <a:spcPts val="0"/>
              </a:spcBef>
              <a:spcAft>
                <a:spcPts val="0"/>
              </a:spcAft>
              <a:buSzPts val="2100"/>
              <a:buNone/>
              <a:defRPr/>
            </a:lvl8pPr>
            <a:lvl9pPr lvl="8" algn="l">
              <a:spcBef>
                <a:spcPts val="0"/>
              </a:spcBef>
              <a:spcAft>
                <a:spcPts val="0"/>
              </a:spcAft>
              <a:buSzPts val="2100"/>
              <a:buNone/>
              <a:defRPr/>
            </a:lvl9pPr>
          </a:lstStyle>
          <a:p/>
        </p:txBody>
      </p:sp>
      <p:sp>
        <p:nvSpPr>
          <p:cNvPr id="106" name="Google Shape;106;p22"/>
          <p:cNvSpPr txBox="1"/>
          <p:nvPr>
            <p:ph idx="12" type="sldNum"/>
          </p:nvPr>
        </p:nvSpPr>
        <p:spPr>
          <a:xfrm>
            <a:off x="9829800" y="9534525"/>
            <a:ext cx="3200400" cy="547800"/>
          </a:xfrm>
          <a:prstGeom prst="rect">
            <a:avLst/>
          </a:prstGeom>
          <a:noFill/>
          <a:ln>
            <a:noFill/>
          </a:ln>
        </p:spPr>
        <p:txBody>
          <a:bodyPr anchorCtr="0" anchor="ctr" bIns="68550" lIns="137150" spcFirstLastPara="1" rIns="137150" wrap="square" tIns="68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7" name="Shape 107"/>
        <p:cNvGrpSpPr/>
        <p:nvPr/>
      </p:nvGrpSpPr>
      <p:grpSpPr>
        <a:xfrm>
          <a:off x="0" y="0"/>
          <a:ext cx="0" cy="0"/>
          <a:chOff x="0" y="0"/>
          <a:chExt cx="0" cy="0"/>
        </a:xfrm>
      </p:grpSpPr>
      <p:sp>
        <p:nvSpPr>
          <p:cNvPr id="108" name="Google Shape;108;p23"/>
          <p:cNvSpPr txBox="1"/>
          <p:nvPr>
            <p:ph type="title"/>
          </p:nvPr>
        </p:nvSpPr>
        <p:spPr>
          <a:xfrm>
            <a:off x="685800" y="409575"/>
            <a:ext cx="4512600" cy="1743300"/>
          </a:xfrm>
          <a:prstGeom prst="rect">
            <a:avLst/>
          </a:prstGeom>
          <a:noFill/>
          <a:ln>
            <a:noFill/>
          </a:ln>
        </p:spPr>
        <p:txBody>
          <a:bodyPr anchorCtr="0" anchor="b" bIns="68550" lIns="137150" spcFirstLastPara="1" rIns="137150" wrap="square" tIns="68550">
            <a:normAutofit/>
          </a:bodyPr>
          <a:lstStyle>
            <a:lvl1pPr lvl="0" algn="l">
              <a:spcBef>
                <a:spcPts val="0"/>
              </a:spcBef>
              <a:spcAft>
                <a:spcPts val="0"/>
              </a:spcAft>
              <a:buClr>
                <a:schemeClr val="dk1"/>
              </a:buClr>
              <a:buSzPts val="3000"/>
              <a:buFont typeface="Calibri"/>
              <a:buNone/>
              <a:defRPr b="1" sz="3000"/>
            </a:lvl1pPr>
            <a:lvl2pPr lvl="1">
              <a:spcBef>
                <a:spcPts val="0"/>
              </a:spcBef>
              <a:spcAft>
                <a:spcPts val="0"/>
              </a:spcAft>
              <a:buSzPts val="2100"/>
              <a:buNone/>
              <a:defRPr/>
            </a:lvl2pPr>
            <a:lvl3pPr lvl="2">
              <a:spcBef>
                <a:spcPts val="0"/>
              </a:spcBef>
              <a:spcAft>
                <a:spcPts val="0"/>
              </a:spcAft>
              <a:buSzPts val="2100"/>
              <a:buNone/>
              <a:defRPr/>
            </a:lvl3pPr>
            <a:lvl4pPr lvl="3">
              <a:spcBef>
                <a:spcPts val="0"/>
              </a:spcBef>
              <a:spcAft>
                <a:spcPts val="0"/>
              </a:spcAft>
              <a:buSzPts val="2100"/>
              <a:buNone/>
              <a:defRPr/>
            </a:lvl4pPr>
            <a:lvl5pPr lvl="4">
              <a:spcBef>
                <a:spcPts val="0"/>
              </a:spcBef>
              <a:spcAft>
                <a:spcPts val="0"/>
              </a:spcAft>
              <a:buSzPts val="2100"/>
              <a:buNone/>
              <a:defRPr/>
            </a:lvl5pPr>
            <a:lvl6pPr lvl="5">
              <a:spcBef>
                <a:spcPts val="0"/>
              </a:spcBef>
              <a:spcAft>
                <a:spcPts val="0"/>
              </a:spcAft>
              <a:buSzPts val="2100"/>
              <a:buNone/>
              <a:defRPr/>
            </a:lvl6pPr>
            <a:lvl7pPr lvl="6">
              <a:spcBef>
                <a:spcPts val="0"/>
              </a:spcBef>
              <a:spcAft>
                <a:spcPts val="0"/>
              </a:spcAft>
              <a:buSzPts val="2100"/>
              <a:buNone/>
              <a:defRPr/>
            </a:lvl7pPr>
            <a:lvl8pPr lvl="7">
              <a:spcBef>
                <a:spcPts val="0"/>
              </a:spcBef>
              <a:spcAft>
                <a:spcPts val="0"/>
              </a:spcAft>
              <a:buSzPts val="2100"/>
              <a:buNone/>
              <a:defRPr/>
            </a:lvl8pPr>
            <a:lvl9pPr lvl="8">
              <a:spcBef>
                <a:spcPts val="0"/>
              </a:spcBef>
              <a:spcAft>
                <a:spcPts val="0"/>
              </a:spcAft>
              <a:buSzPts val="2100"/>
              <a:buNone/>
              <a:defRPr/>
            </a:lvl9pPr>
          </a:lstStyle>
          <a:p/>
        </p:txBody>
      </p:sp>
      <p:sp>
        <p:nvSpPr>
          <p:cNvPr id="109" name="Google Shape;109;p23"/>
          <p:cNvSpPr txBox="1"/>
          <p:nvPr>
            <p:ph idx="1" type="body"/>
          </p:nvPr>
        </p:nvSpPr>
        <p:spPr>
          <a:xfrm>
            <a:off x="5362575" y="409575"/>
            <a:ext cx="7667700" cy="8779500"/>
          </a:xfrm>
          <a:prstGeom prst="rect">
            <a:avLst/>
          </a:prstGeom>
          <a:noFill/>
          <a:ln>
            <a:noFill/>
          </a:ln>
        </p:spPr>
        <p:txBody>
          <a:bodyPr anchorCtr="0" anchor="t" bIns="68550" lIns="137150" spcFirstLastPara="1" rIns="137150" wrap="square" tIns="68550">
            <a:normAutofit/>
          </a:bodyPr>
          <a:lstStyle>
            <a:lvl1pPr indent="-533400" lvl="0" marL="457200" algn="l">
              <a:spcBef>
                <a:spcPts val="1000"/>
              </a:spcBef>
              <a:spcAft>
                <a:spcPts val="0"/>
              </a:spcAft>
              <a:buClr>
                <a:schemeClr val="dk1"/>
              </a:buClr>
              <a:buSzPts val="4800"/>
              <a:buChar char="•"/>
              <a:defRPr sz="4800"/>
            </a:lvl1pPr>
            <a:lvl2pPr indent="-495300" lvl="1" marL="914400" algn="l">
              <a:spcBef>
                <a:spcPts val="800"/>
              </a:spcBef>
              <a:spcAft>
                <a:spcPts val="0"/>
              </a:spcAft>
              <a:buClr>
                <a:schemeClr val="dk1"/>
              </a:buClr>
              <a:buSzPts val="4200"/>
              <a:buChar char="–"/>
              <a:defRPr sz="4200"/>
            </a:lvl2pPr>
            <a:lvl3pPr indent="-457200" lvl="2" marL="1371600" algn="l">
              <a:spcBef>
                <a:spcPts val="700"/>
              </a:spcBef>
              <a:spcAft>
                <a:spcPts val="0"/>
              </a:spcAft>
              <a:buClr>
                <a:schemeClr val="dk1"/>
              </a:buClr>
              <a:buSzPts val="3600"/>
              <a:buChar char="•"/>
              <a:defRPr sz="3600"/>
            </a:lvl3pPr>
            <a:lvl4pPr indent="-419100" lvl="3" marL="1828800" algn="l">
              <a:spcBef>
                <a:spcPts val="600"/>
              </a:spcBef>
              <a:spcAft>
                <a:spcPts val="0"/>
              </a:spcAft>
              <a:buClr>
                <a:schemeClr val="dk1"/>
              </a:buClr>
              <a:buSzPts val="3000"/>
              <a:buChar char="–"/>
              <a:defRPr sz="3000"/>
            </a:lvl4pPr>
            <a:lvl5pPr indent="-419100" lvl="4" marL="2286000" algn="l">
              <a:spcBef>
                <a:spcPts val="600"/>
              </a:spcBef>
              <a:spcAft>
                <a:spcPts val="0"/>
              </a:spcAft>
              <a:buClr>
                <a:schemeClr val="dk1"/>
              </a:buClr>
              <a:buSzPts val="3000"/>
              <a:buChar char="»"/>
              <a:defRPr sz="3000"/>
            </a:lvl5pPr>
            <a:lvl6pPr indent="-419100" lvl="5" marL="2743200" algn="l">
              <a:spcBef>
                <a:spcPts val="600"/>
              </a:spcBef>
              <a:spcAft>
                <a:spcPts val="0"/>
              </a:spcAft>
              <a:buClr>
                <a:schemeClr val="dk1"/>
              </a:buClr>
              <a:buSzPts val="3000"/>
              <a:buChar char="•"/>
              <a:defRPr sz="3000"/>
            </a:lvl6pPr>
            <a:lvl7pPr indent="-419100" lvl="6" marL="3200400" algn="l">
              <a:spcBef>
                <a:spcPts val="600"/>
              </a:spcBef>
              <a:spcAft>
                <a:spcPts val="0"/>
              </a:spcAft>
              <a:buClr>
                <a:schemeClr val="dk1"/>
              </a:buClr>
              <a:buSzPts val="3000"/>
              <a:buChar char="•"/>
              <a:defRPr sz="3000"/>
            </a:lvl7pPr>
            <a:lvl8pPr indent="-419100" lvl="7" marL="3657600" algn="l">
              <a:spcBef>
                <a:spcPts val="600"/>
              </a:spcBef>
              <a:spcAft>
                <a:spcPts val="0"/>
              </a:spcAft>
              <a:buClr>
                <a:schemeClr val="dk1"/>
              </a:buClr>
              <a:buSzPts val="3000"/>
              <a:buChar char="•"/>
              <a:defRPr sz="3000"/>
            </a:lvl8pPr>
            <a:lvl9pPr indent="-419100" lvl="8" marL="4114800" algn="l">
              <a:spcBef>
                <a:spcPts val="600"/>
              </a:spcBef>
              <a:spcAft>
                <a:spcPts val="0"/>
              </a:spcAft>
              <a:buClr>
                <a:schemeClr val="dk1"/>
              </a:buClr>
              <a:buSzPts val="3000"/>
              <a:buChar char="•"/>
              <a:defRPr sz="3000"/>
            </a:lvl9pPr>
          </a:lstStyle>
          <a:p/>
        </p:txBody>
      </p:sp>
      <p:sp>
        <p:nvSpPr>
          <p:cNvPr id="110" name="Google Shape;110;p23"/>
          <p:cNvSpPr txBox="1"/>
          <p:nvPr>
            <p:ph idx="2" type="body"/>
          </p:nvPr>
        </p:nvSpPr>
        <p:spPr>
          <a:xfrm>
            <a:off x="685800" y="2152650"/>
            <a:ext cx="4512600" cy="7036800"/>
          </a:xfrm>
          <a:prstGeom prst="rect">
            <a:avLst/>
          </a:prstGeom>
          <a:noFill/>
          <a:ln>
            <a:noFill/>
          </a:ln>
        </p:spPr>
        <p:txBody>
          <a:bodyPr anchorCtr="0" anchor="t" bIns="68550" lIns="137150" spcFirstLastPara="1" rIns="137150" wrap="square" tIns="68550">
            <a:normAutofit/>
          </a:bodyPr>
          <a:lstStyle>
            <a:lvl1pPr indent="-228600" lvl="0" marL="457200" algn="l">
              <a:spcBef>
                <a:spcPts val="400"/>
              </a:spcBef>
              <a:spcAft>
                <a:spcPts val="0"/>
              </a:spcAft>
              <a:buClr>
                <a:schemeClr val="dk1"/>
              </a:buClr>
              <a:buSzPts val="2100"/>
              <a:buNone/>
              <a:defRPr sz="2100"/>
            </a:lvl1pPr>
            <a:lvl2pPr indent="-228600" lvl="1" marL="914400" algn="l">
              <a:spcBef>
                <a:spcPts val="400"/>
              </a:spcBef>
              <a:spcAft>
                <a:spcPts val="0"/>
              </a:spcAft>
              <a:buClr>
                <a:schemeClr val="dk1"/>
              </a:buClr>
              <a:buSzPts val="1800"/>
              <a:buNone/>
              <a:defRPr sz="1800"/>
            </a:lvl2pPr>
            <a:lvl3pPr indent="-228600" lvl="2" marL="1371600" algn="l">
              <a:spcBef>
                <a:spcPts val="300"/>
              </a:spcBef>
              <a:spcAft>
                <a:spcPts val="0"/>
              </a:spcAft>
              <a:buClr>
                <a:schemeClr val="dk1"/>
              </a:buClr>
              <a:buSzPts val="1500"/>
              <a:buNone/>
              <a:defRPr sz="1500"/>
            </a:lvl3pPr>
            <a:lvl4pPr indent="-228600" lvl="3" marL="1828800" algn="l">
              <a:spcBef>
                <a:spcPts val="300"/>
              </a:spcBef>
              <a:spcAft>
                <a:spcPts val="0"/>
              </a:spcAft>
              <a:buClr>
                <a:schemeClr val="dk1"/>
              </a:buClr>
              <a:buSzPts val="1400"/>
              <a:buNone/>
              <a:defRPr sz="1400"/>
            </a:lvl4pPr>
            <a:lvl5pPr indent="-228600" lvl="4" marL="2286000" algn="l">
              <a:spcBef>
                <a:spcPts val="300"/>
              </a:spcBef>
              <a:spcAft>
                <a:spcPts val="0"/>
              </a:spcAft>
              <a:buClr>
                <a:schemeClr val="dk1"/>
              </a:buClr>
              <a:buSzPts val="1400"/>
              <a:buNone/>
              <a:defRPr sz="1400"/>
            </a:lvl5pPr>
            <a:lvl6pPr indent="-228600" lvl="5" marL="2743200" algn="l">
              <a:spcBef>
                <a:spcPts val="300"/>
              </a:spcBef>
              <a:spcAft>
                <a:spcPts val="0"/>
              </a:spcAft>
              <a:buClr>
                <a:schemeClr val="dk1"/>
              </a:buClr>
              <a:buSzPts val="1400"/>
              <a:buNone/>
              <a:defRPr sz="1400"/>
            </a:lvl6pPr>
            <a:lvl7pPr indent="-228600" lvl="6" marL="3200400" algn="l">
              <a:spcBef>
                <a:spcPts val="300"/>
              </a:spcBef>
              <a:spcAft>
                <a:spcPts val="0"/>
              </a:spcAft>
              <a:buClr>
                <a:schemeClr val="dk1"/>
              </a:buClr>
              <a:buSzPts val="1400"/>
              <a:buNone/>
              <a:defRPr sz="1400"/>
            </a:lvl7pPr>
            <a:lvl8pPr indent="-228600" lvl="7" marL="3657600" algn="l">
              <a:spcBef>
                <a:spcPts val="300"/>
              </a:spcBef>
              <a:spcAft>
                <a:spcPts val="0"/>
              </a:spcAft>
              <a:buClr>
                <a:schemeClr val="dk1"/>
              </a:buClr>
              <a:buSzPts val="1400"/>
              <a:buNone/>
              <a:defRPr sz="1400"/>
            </a:lvl8pPr>
            <a:lvl9pPr indent="-228600" lvl="8" marL="4114800" algn="l">
              <a:spcBef>
                <a:spcPts val="300"/>
              </a:spcBef>
              <a:spcAft>
                <a:spcPts val="0"/>
              </a:spcAft>
              <a:buClr>
                <a:schemeClr val="dk1"/>
              </a:buClr>
              <a:buSzPts val="1400"/>
              <a:buNone/>
              <a:defRPr sz="1400"/>
            </a:lvl9pPr>
          </a:lstStyle>
          <a:p/>
        </p:txBody>
      </p:sp>
      <p:sp>
        <p:nvSpPr>
          <p:cNvPr id="111" name="Google Shape;111;p23"/>
          <p:cNvSpPr txBox="1"/>
          <p:nvPr>
            <p:ph idx="10" type="dt"/>
          </p:nvPr>
        </p:nvSpPr>
        <p:spPr>
          <a:xfrm>
            <a:off x="685800" y="9534525"/>
            <a:ext cx="3200400" cy="547800"/>
          </a:xfrm>
          <a:prstGeom prst="rect">
            <a:avLst/>
          </a:prstGeom>
          <a:noFill/>
          <a:ln>
            <a:noFill/>
          </a:ln>
        </p:spPr>
        <p:txBody>
          <a:bodyPr anchorCtr="0" anchor="ctr" bIns="68550" lIns="137150" spcFirstLastPara="1" rIns="137150" wrap="square" tIns="68550">
            <a:noAutofit/>
          </a:bodyPr>
          <a:lstStyle>
            <a:lvl1pPr lvl="0" algn="l">
              <a:spcBef>
                <a:spcPts val="0"/>
              </a:spcBef>
              <a:spcAft>
                <a:spcPts val="0"/>
              </a:spcAft>
              <a:buSzPts val="2100"/>
              <a:buNone/>
              <a:defRPr/>
            </a:lvl1pPr>
            <a:lvl2pPr lvl="1" algn="l">
              <a:spcBef>
                <a:spcPts val="0"/>
              </a:spcBef>
              <a:spcAft>
                <a:spcPts val="0"/>
              </a:spcAft>
              <a:buSzPts val="2100"/>
              <a:buNone/>
              <a:defRPr/>
            </a:lvl2pPr>
            <a:lvl3pPr lvl="2" algn="l">
              <a:spcBef>
                <a:spcPts val="0"/>
              </a:spcBef>
              <a:spcAft>
                <a:spcPts val="0"/>
              </a:spcAft>
              <a:buSzPts val="2100"/>
              <a:buNone/>
              <a:defRPr/>
            </a:lvl3pPr>
            <a:lvl4pPr lvl="3" algn="l">
              <a:spcBef>
                <a:spcPts val="0"/>
              </a:spcBef>
              <a:spcAft>
                <a:spcPts val="0"/>
              </a:spcAft>
              <a:buSzPts val="2100"/>
              <a:buNone/>
              <a:defRPr/>
            </a:lvl4pPr>
            <a:lvl5pPr lvl="4" algn="l">
              <a:spcBef>
                <a:spcPts val="0"/>
              </a:spcBef>
              <a:spcAft>
                <a:spcPts val="0"/>
              </a:spcAft>
              <a:buSzPts val="2100"/>
              <a:buNone/>
              <a:defRPr/>
            </a:lvl5pPr>
            <a:lvl6pPr lvl="5" algn="l">
              <a:spcBef>
                <a:spcPts val="0"/>
              </a:spcBef>
              <a:spcAft>
                <a:spcPts val="0"/>
              </a:spcAft>
              <a:buSzPts val="2100"/>
              <a:buNone/>
              <a:defRPr/>
            </a:lvl6pPr>
            <a:lvl7pPr lvl="6" algn="l">
              <a:spcBef>
                <a:spcPts val="0"/>
              </a:spcBef>
              <a:spcAft>
                <a:spcPts val="0"/>
              </a:spcAft>
              <a:buSzPts val="2100"/>
              <a:buNone/>
              <a:defRPr/>
            </a:lvl7pPr>
            <a:lvl8pPr lvl="7" algn="l">
              <a:spcBef>
                <a:spcPts val="0"/>
              </a:spcBef>
              <a:spcAft>
                <a:spcPts val="0"/>
              </a:spcAft>
              <a:buSzPts val="2100"/>
              <a:buNone/>
              <a:defRPr/>
            </a:lvl8pPr>
            <a:lvl9pPr lvl="8" algn="l">
              <a:spcBef>
                <a:spcPts val="0"/>
              </a:spcBef>
              <a:spcAft>
                <a:spcPts val="0"/>
              </a:spcAft>
              <a:buSzPts val="2100"/>
              <a:buNone/>
              <a:defRPr/>
            </a:lvl9pPr>
          </a:lstStyle>
          <a:p/>
        </p:txBody>
      </p:sp>
      <p:sp>
        <p:nvSpPr>
          <p:cNvPr id="112" name="Google Shape;112;p23"/>
          <p:cNvSpPr txBox="1"/>
          <p:nvPr>
            <p:ph idx="11" type="ftr"/>
          </p:nvPr>
        </p:nvSpPr>
        <p:spPr>
          <a:xfrm>
            <a:off x="4686300" y="9534525"/>
            <a:ext cx="4343400" cy="547800"/>
          </a:xfrm>
          <a:prstGeom prst="rect">
            <a:avLst/>
          </a:prstGeom>
          <a:noFill/>
          <a:ln>
            <a:noFill/>
          </a:ln>
        </p:spPr>
        <p:txBody>
          <a:bodyPr anchorCtr="0" anchor="ctr" bIns="68550" lIns="137150" spcFirstLastPara="1" rIns="137150" wrap="square" tIns="68550">
            <a:noAutofit/>
          </a:bodyPr>
          <a:lstStyle>
            <a:lvl1pPr lvl="0" algn="ctr">
              <a:spcBef>
                <a:spcPts val="0"/>
              </a:spcBef>
              <a:spcAft>
                <a:spcPts val="0"/>
              </a:spcAft>
              <a:buSzPts val="2100"/>
              <a:buNone/>
              <a:defRPr/>
            </a:lvl1pPr>
            <a:lvl2pPr lvl="1" algn="l">
              <a:spcBef>
                <a:spcPts val="0"/>
              </a:spcBef>
              <a:spcAft>
                <a:spcPts val="0"/>
              </a:spcAft>
              <a:buSzPts val="2100"/>
              <a:buNone/>
              <a:defRPr/>
            </a:lvl2pPr>
            <a:lvl3pPr lvl="2" algn="l">
              <a:spcBef>
                <a:spcPts val="0"/>
              </a:spcBef>
              <a:spcAft>
                <a:spcPts val="0"/>
              </a:spcAft>
              <a:buSzPts val="2100"/>
              <a:buNone/>
              <a:defRPr/>
            </a:lvl3pPr>
            <a:lvl4pPr lvl="3" algn="l">
              <a:spcBef>
                <a:spcPts val="0"/>
              </a:spcBef>
              <a:spcAft>
                <a:spcPts val="0"/>
              </a:spcAft>
              <a:buSzPts val="2100"/>
              <a:buNone/>
              <a:defRPr/>
            </a:lvl4pPr>
            <a:lvl5pPr lvl="4" algn="l">
              <a:spcBef>
                <a:spcPts val="0"/>
              </a:spcBef>
              <a:spcAft>
                <a:spcPts val="0"/>
              </a:spcAft>
              <a:buSzPts val="2100"/>
              <a:buNone/>
              <a:defRPr/>
            </a:lvl5pPr>
            <a:lvl6pPr lvl="5" algn="l">
              <a:spcBef>
                <a:spcPts val="0"/>
              </a:spcBef>
              <a:spcAft>
                <a:spcPts val="0"/>
              </a:spcAft>
              <a:buSzPts val="2100"/>
              <a:buNone/>
              <a:defRPr/>
            </a:lvl6pPr>
            <a:lvl7pPr lvl="6" algn="l">
              <a:spcBef>
                <a:spcPts val="0"/>
              </a:spcBef>
              <a:spcAft>
                <a:spcPts val="0"/>
              </a:spcAft>
              <a:buSzPts val="2100"/>
              <a:buNone/>
              <a:defRPr/>
            </a:lvl7pPr>
            <a:lvl8pPr lvl="7" algn="l">
              <a:spcBef>
                <a:spcPts val="0"/>
              </a:spcBef>
              <a:spcAft>
                <a:spcPts val="0"/>
              </a:spcAft>
              <a:buSzPts val="2100"/>
              <a:buNone/>
              <a:defRPr/>
            </a:lvl8pPr>
            <a:lvl9pPr lvl="8" algn="l">
              <a:spcBef>
                <a:spcPts val="0"/>
              </a:spcBef>
              <a:spcAft>
                <a:spcPts val="0"/>
              </a:spcAft>
              <a:buSzPts val="2100"/>
              <a:buNone/>
              <a:defRPr/>
            </a:lvl9pPr>
          </a:lstStyle>
          <a:p/>
        </p:txBody>
      </p:sp>
      <p:sp>
        <p:nvSpPr>
          <p:cNvPr id="113" name="Google Shape;113;p23"/>
          <p:cNvSpPr txBox="1"/>
          <p:nvPr>
            <p:ph idx="12" type="sldNum"/>
          </p:nvPr>
        </p:nvSpPr>
        <p:spPr>
          <a:xfrm>
            <a:off x="9829800" y="9534525"/>
            <a:ext cx="3200400" cy="547800"/>
          </a:xfrm>
          <a:prstGeom prst="rect">
            <a:avLst/>
          </a:prstGeom>
          <a:noFill/>
          <a:ln>
            <a:noFill/>
          </a:ln>
        </p:spPr>
        <p:txBody>
          <a:bodyPr anchorCtr="0" anchor="ctr" bIns="68550" lIns="137150" spcFirstLastPara="1" rIns="137150" wrap="square" tIns="68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4" name="Shape 114"/>
        <p:cNvGrpSpPr/>
        <p:nvPr/>
      </p:nvGrpSpPr>
      <p:grpSpPr>
        <a:xfrm>
          <a:off x="0" y="0"/>
          <a:ext cx="0" cy="0"/>
          <a:chOff x="0" y="0"/>
          <a:chExt cx="0" cy="0"/>
        </a:xfrm>
      </p:grpSpPr>
      <p:sp>
        <p:nvSpPr>
          <p:cNvPr id="115" name="Google Shape;115;p24"/>
          <p:cNvSpPr txBox="1"/>
          <p:nvPr>
            <p:ph type="title"/>
          </p:nvPr>
        </p:nvSpPr>
        <p:spPr>
          <a:xfrm>
            <a:off x="2688432" y="7200900"/>
            <a:ext cx="8229600" cy="850200"/>
          </a:xfrm>
          <a:prstGeom prst="rect">
            <a:avLst/>
          </a:prstGeom>
          <a:noFill/>
          <a:ln>
            <a:noFill/>
          </a:ln>
        </p:spPr>
        <p:txBody>
          <a:bodyPr anchorCtr="0" anchor="b" bIns="68550" lIns="137150" spcFirstLastPara="1" rIns="137150" wrap="square" tIns="68550">
            <a:normAutofit/>
          </a:bodyPr>
          <a:lstStyle>
            <a:lvl1pPr lvl="0" algn="l">
              <a:spcBef>
                <a:spcPts val="0"/>
              </a:spcBef>
              <a:spcAft>
                <a:spcPts val="0"/>
              </a:spcAft>
              <a:buClr>
                <a:schemeClr val="dk1"/>
              </a:buClr>
              <a:buSzPts val="3000"/>
              <a:buFont typeface="Calibri"/>
              <a:buNone/>
              <a:defRPr b="1" sz="3000"/>
            </a:lvl1pPr>
            <a:lvl2pPr lvl="1">
              <a:spcBef>
                <a:spcPts val="0"/>
              </a:spcBef>
              <a:spcAft>
                <a:spcPts val="0"/>
              </a:spcAft>
              <a:buSzPts val="2100"/>
              <a:buNone/>
              <a:defRPr/>
            </a:lvl2pPr>
            <a:lvl3pPr lvl="2">
              <a:spcBef>
                <a:spcPts val="0"/>
              </a:spcBef>
              <a:spcAft>
                <a:spcPts val="0"/>
              </a:spcAft>
              <a:buSzPts val="2100"/>
              <a:buNone/>
              <a:defRPr/>
            </a:lvl3pPr>
            <a:lvl4pPr lvl="3">
              <a:spcBef>
                <a:spcPts val="0"/>
              </a:spcBef>
              <a:spcAft>
                <a:spcPts val="0"/>
              </a:spcAft>
              <a:buSzPts val="2100"/>
              <a:buNone/>
              <a:defRPr/>
            </a:lvl4pPr>
            <a:lvl5pPr lvl="4">
              <a:spcBef>
                <a:spcPts val="0"/>
              </a:spcBef>
              <a:spcAft>
                <a:spcPts val="0"/>
              </a:spcAft>
              <a:buSzPts val="2100"/>
              <a:buNone/>
              <a:defRPr/>
            </a:lvl5pPr>
            <a:lvl6pPr lvl="5">
              <a:spcBef>
                <a:spcPts val="0"/>
              </a:spcBef>
              <a:spcAft>
                <a:spcPts val="0"/>
              </a:spcAft>
              <a:buSzPts val="2100"/>
              <a:buNone/>
              <a:defRPr/>
            </a:lvl6pPr>
            <a:lvl7pPr lvl="6">
              <a:spcBef>
                <a:spcPts val="0"/>
              </a:spcBef>
              <a:spcAft>
                <a:spcPts val="0"/>
              </a:spcAft>
              <a:buSzPts val="2100"/>
              <a:buNone/>
              <a:defRPr/>
            </a:lvl7pPr>
            <a:lvl8pPr lvl="7">
              <a:spcBef>
                <a:spcPts val="0"/>
              </a:spcBef>
              <a:spcAft>
                <a:spcPts val="0"/>
              </a:spcAft>
              <a:buSzPts val="2100"/>
              <a:buNone/>
              <a:defRPr/>
            </a:lvl8pPr>
            <a:lvl9pPr lvl="8">
              <a:spcBef>
                <a:spcPts val="0"/>
              </a:spcBef>
              <a:spcAft>
                <a:spcPts val="0"/>
              </a:spcAft>
              <a:buSzPts val="2100"/>
              <a:buNone/>
              <a:defRPr/>
            </a:lvl9pPr>
          </a:lstStyle>
          <a:p/>
        </p:txBody>
      </p:sp>
      <p:sp>
        <p:nvSpPr>
          <p:cNvPr id="116" name="Google Shape;116;p24"/>
          <p:cNvSpPr/>
          <p:nvPr>
            <p:ph idx="2" type="pic"/>
          </p:nvPr>
        </p:nvSpPr>
        <p:spPr>
          <a:xfrm>
            <a:off x="2688432" y="919163"/>
            <a:ext cx="8229600" cy="6172200"/>
          </a:xfrm>
          <a:prstGeom prst="rect">
            <a:avLst/>
          </a:prstGeom>
          <a:noFill/>
          <a:ln>
            <a:noFill/>
          </a:ln>
        </p:spPr>
      </p:sp>
      <p:sp>
        <p:nvSpPr>
          <p:cNvPr id="117" name="Google Shape;117;p24"/>
          <p:cNvSpPr txBox="1"/>
          <p:nvPr>
            <p:ph idx="1" type="body"/>
          </p:nvPr>
        </p:nvSpPr>
        <p:spPr>
          <a:xfrm>
            <a:off x="2688432" y="8051007"/>
            <a:ext cx="8229600" cy="1207200"/>
          </a:xfrm>
          <a:prstGeom prst="rect">
            <a:avLst/>
          </a:prstGeom>
          <a:noFill/>
          <a:ln>
            <a:noFill/>
          </a:ln>
        </p:spPr>
        <p:txBody>
          <a:bodyPr anchorCtr="0" anchor="t" bIns="68550" lIns="137150" spcFirstLastPara="1" rIns="137150" wrap="square" tIns="68550">
            <a:normAutofit/>
          </a:bodyPr>
          <a:lstStyle>
            <a:lvl1pPr indent="-228600" lvl="0" marL="457200" algn="l">
              <a:spcBef>
                <a:spcPts val="400"/>
              </a:spcBef>
              <a:spcAft>
                <a:spcPts val="0"/>
              </a:spcAft>
              <a:buClr>
                <a:schemeClr val="dk1"/>
              </a:buClr>
              <a:buSzPts val="2100"/>
              <a:buNone/>
              <a:defRPr sz="2100"/>
            </a:lvl1pPr>
            <a:lvl2pPr indent="-228600" lvl="1" marL="914400" algn="l">
              <a:spcBef>
                <a:spcPts val="400"/>
              </a:spcBef>
              <a:spcAft>
                <a:spcPts val="0"/>
              </a:spcAft>
              <a:buClr>
                <a:schemeClr val="dk1"/>
              </a:buClr>
              <a:buSzPts val="1800"/>
              <a:buNone/>
              <a:defRPr sz="1800"/>
            </a:lvl2pPr>
            <a:lvl3pPr indent="-228600" lvl="2" marL="1371600" algn="l">
              <a:spcBef>
                <a:spcPts val="300"/>
              </a:spcBef>
              <a:spcAft>
                <a:spcPts val="0"/>
              </a:spcAft>
              <a:buClr>
                <a:schemeClr val="dk1"/>
              </a:buClr>
              <a:buSzPts val="1500"/>
              <a:buNone/>
              <a:defRPr sz="1500"/>
            </a:lvl3pPr>
            <a:lvl4pPr indent="-228600" lvl="3" marL="1828800" algn="l">
              <a:spcBef>
                <a:spcPts val="300"/>
              </a:spcBef>
              <a:spcAft>
                <a:spcPts val="0"/>
              </a:spcAft>
              <a:buClr>
                <a:schemeClr val="dk1"/>
              </a:buClr>
              <a:buSzPts val="1400"/>
              <a:buNone/>
              <a:defRPr sz="1400"/>
            </a:lvl4pPr>
            <a:lvl5pPr indent="-228600" lvl="4" marL="2286000" algn="l">
              <a:spcBef>
                <a:spcPts val="300"/>
              </a:spcBef>
              <a:spcAft>
                <a:spcPts val="0"/>
              </a:spcAft>
              <a:buClr>
                <a:schemeClr val="dk1"/>
              </a:buClr>
              <a:buSzPts val="1400"/>
              <a:buNone/>
              <a:defRPr sz="1400"/>
            </a:lvl5pPr>
            <a:lvl6pPr indent="-228600" lvl="5" marL="2743200" algn="l">
              <a:spcBef>
                <a:spcPts val="300"/>
              </a:spcBef>
              <a:spcAft>
                <a:spcPts val="0"/>
              </a:spcAft>
              <a:buClr>
                <a:schemeClr val="dk1"/>
              </a:buClr>
              <a:buSzPts val="1400"/>
              <a:buNone/>
              <a:defRPr sz="1400"/>
            </a:lvl6pPr>
            <a:lvl7pPr indent="-228600" lvl="6" marL="3200400" algn="l">
              <a:spcBef>
                <a:spcPts val="300"/>
              </a:spcBef>
              <a:spcAft>
                <a:spcPts val="0"/>
              </a:spcAft>
              <a:buClr>
                <a:schemeClr val="dk1"/>
              </a:buClr>
              <a:buSzPts val="1400"/>
              <a:buNone/>
              <a:defRPr sz="1400"/>
            </a:lvl7pPr>
            <a:lvl8pPr indent="-228600" lvl="7" marL="3657600" algn="l">
              <a:spcBef>
                <a:spcPts val="300"/>
              </a:spcBef>
              <a:spcAft>
                <a:spcPts val="0"/>
              </a:spcAft>
              <a:buClr>
                <a:schemeClr val="dk1"/>
              </a:buClr>
              <a:buSzPts val="1400"/>
              <a:buNone/>
              <a:defRPr sz="1400"/>
            </a:lvl8pPr>
            <a:lvl9pPr indent="-228600" lvl="8" marL="4114800" algn="l">
              <a:spcBef>
                <a:spcPts val="300"/>
              </a:spcBef>
              <a:spcAft>
                <a:spcPts val="0"/>
              </a:spcAft>
              <a:buClr>
                <a:schemeClr val="dk1"/>
              </a:buClr>
              <a:buSzPts val="1400"/>
              <a:buNone/>
              <a:defRPr sz="1400"/>
            </a:lvl9pPr>
          </a:lstStyle>
          <a:p/>
        </p:txBody>
      </p:sp>
      <p:sp>
        <p:nvSpPr>
          <p:cNvPr id="118" name="Google Shape;118;p24"/>
          <p:cNvSpPr txBox="1"/>
          <p:nvPr>
            <p:ph idx="10" type="dt"/>
          </p:nvPr>
        </p:nvSpPr>
        <p:spPr>
          <a:xfrm>
            <a:off x="685800" y="9534525"/>
            <a:ext cx="3200400" cy="547800"/>
          </a:xfrm>
          <a:prstGeom prst="rect">
            <a:avLst/>
          </a:prstGeom>
          <a:noFill/>
          <a:ln>
            <a:noFill/>
          </a:ln>
        </p:spPr>
        <p:txBody>
          <a:bodyPr anchorCtr="0" anchor="ctr" bIns="68550" lIns="137150" spcFirstLastPara="1" rIns="137150" wrap="square" tIns="68550">
            <a:noAutofit/>
          </a:bodyPr>
          <a:lstStyle>
            <a:lvl1pPr lvl="0" algn="l">
              <a:spcBef>
                <a:spcPts val="0"/>
              </a:spcBef>
              <a:spcAft>
                <a:spcPts val="0"/>
              </a:spcAft>
              <a:buSzPts val="2100"/>
              <a:buNone/>
              <a:defRPr/>
            </a:lvl1pPr>
            <a:lvl2pPr lvl="1" algn="l">
              <a:spcBef>
                <a:spcPts val="0"/>
              </a:spcBef>
              <a:spcAft>
                <a:spcPts val="0"/>
              </a:spcAft>
              <a:buSzPts val="2100"/>
              <a:buNone/>
              <a:defRPr/>
            </a:lvl2pPr>
            <a:lvl3pPr lvl="2" algn="l">
              <a:spcBef>
                <a:spcPts val="0"/>
              </a:spcBef>
              <a:spcAft>
                <a:spcPts val="0"/>
              </a:spcAft>
              <a:buSzPts val="2100"/>
              <a:buNone/>
              <a:defRPr/>
            </a:lvl3pPr>
            <a:lvl4pPr lvl="3" algn="l">
              <a:spcBef>
                <a:spcPts val="0"/>
              </a:spcBef>
              <a:spcAft>
                <a:spcPts val="0"/>
              </a:spcAft>
              <a:buSzPts val="2100"/>
              <a:buNone/>
              <a:defRPr/>
            </a:lvl4pPr>
            <a:lvl5pPr lvl="4" algn="l">
              <a:spcBef>
                <a:spcPts val="0"/>
              </a:spcBef>
              <a:spcAft>
                <a:spcPts val="0"/>
              </a:spcAft>
              <a:buSzPts val="2100"/>
              <a:buNone/>
              <a:defRPr/>
            </a:lvl5pPr>
            <a:lvl6pPr lvl="5" algn="l">
              <a:spcBef>
                <a:spcPts val="0"/>
              </a:spcBef>
              <a:spcAft>
                <a:spcPts val="0"/>
              </a:spcAft>
              <a:buSzPts val="2100"/>
              <a:buNone/>
              <a:defRPr/>
            </a:lvl6pPr>
            <a:lvl7pPr lvl="6" algn="l">
              <a:spcBef>
                <a:spcPts val="0"/>
              </a:spcBef>
              <a:spcAft>
                <a:spcPts val="0"/>
              </a:spcAft>
              <a:buSzPts val="2100"/>
              <a:buNone/>
              <a:defRPr/>
            </a:lvl7pPr>
            <a:lvl8pPr lvl="7" algn="l">
              <a:spcBef>
                <a:spcPts val="0"/>
              </a:spcBef>
              <a:spcAft>
                <a:spcPts val="0"/>
              </a:spcAft>
              <a:buSzPts val="2100"/>
              <a:buNone/>
              <a:defRPr/>
            </a:lvl8pPr>
            <a:lvl9pPr lvl="8" algn="l">
              <a:spcBef>
                <a:spcPts val="0"/>
              </a:spcBef>
              <a:spcAft>
                <a:spcPts val="0"/>
              </a:spcAft>
              <a:buSzPts val="2100"/>
              <a:buNone/>
              <a:defRPr/>
            </a:lvl9pPr>
          </a:lstStyle>
          <a:p/>
        </p:txBody>
      </p:sp>
      <p:sp>
        <p:nvSpPr>
          <p:cNvPr id="119" name="Google Shape;119;p24"/>
          <p:cNvSpPr txBox="1"/>
          <p:nvPr>
            <p:ph idx="11" type="ftr"/>
          </p:nvPr>
        </p:nvSpPr>
        <p:spPr>
          <a:xfrm>
            <a:off x="4686300" y="9534525"/>
            <a:ext cx="4343400" cy="547800"/>
          </a:xfrm>
          <a:prstGeom prst="rect">
            <a:avLst/>
          </a:prstGeom>
          <a:noFill/>
          <a:ln>
            <a:noFill/>
          </a:ln>
        </p:spPr>
        <p:txBody>
          <a:bodyPr anchorCtr="0" anchor="ctr" bIns="68550" lIns="137150" spcFirstLastPara="1" rIns="137150" wrap="square" tIns="68550">
            <a:noAutofit/>
          </a:bodyPr>
          <a:lstStyle>
            <a:lvl1pPr lvl="0" algn="ctr">
              <a:spcBef>
                <a:spcPts val="0"/>
              </a:spcBef>
              <a:spcAft>
                <a:spcPts val="0"/>
              </a:spcAft>
              <a:buSzPts val="2100"/>
              <a:buNone/>
              <a:defRPr/>
            </a:lvl1pPr>
            <a:lvl2pPr lvl="1" algn="l">
              <a:spcBef>
                <a:spcPts val="0"/>
              </a:spcBef>
              <a:spcAft>
                <a:spcPts val="0"/>
              </a:spcAft>
              <a:buSzPts val="2100"/>
              <a:buNone/>
              <a:defRPr/>
            </a:lvl2pPr>
            <a:lvl3pPr lvl="2" algn="l">
              <a:spcBef>
                <a:spcPts val="0"/>
              </a:spcBef>
              <a:spcAft>
                <a:spcPts val="0"/>
              </a:spcAft>
              <a:buSzPts val="2100"/>
              <a:buNone/>
              <a:defRPr/>
            </a:lvl3pPr>
            <a:lvl4pPr lvl="3" algn="l">
              <a:spcBef>
                <a:spcPts val="0"/>
              </a:spcBef>
              <a:spcAft>
                <a:spcPts val="0"/>
              </a:spcAft>
              <a:buSzPts val="2100"/>
              <a:buNone/>
              <a:defRPr/>
            </a:lvl4pPr>
            <a:lvl5pPr lvl="4" algn="l">
              <a:spcBef>
                <a:spcPts val="0"/>
              </a:spcBef>
              <a:spcAft>
                <a:spcPts val="0"/>
              </a:spcAft>
              <a:buSzPts val="2100"/>
              <a:buNone/>
              <a:defRPr/>
            </a:lvl5pPr>
            <a:lvl6pPr lvl="5" algn="l">
              <a:spcBef>
                <a:spcPts val="0"/>
              </a:spcBef>
              <a:spcAft>
                <a:spcPts val="0"/>
              </a:spcAft>
              <a:buSzPts val="2100"/>
              <a:buNone/>
              <a:defRPr/>
            </a:lvl6pPr>
            <a:lvl7pPr lvl="6" algn="l">
              <a:spcBef>
                <a:spcPts val="0"/>
              </a:spcBef>
              <a:spcAft>
                <a:spcPts val="0"/>
              </a:spcAft>
              <a:buSzPts val="2100"/>
              <a:buNone/>
              <a:defRPr/>
            </a:lvl7pPr>
            <a:lvl8pPr lvl="7" algn="l">
              <a:spcBef>
                <a:spcPts val="0"/>
              </a:spcBef>
              <a:spcAft>
                <a:spcPts val="0"/>
              </a:spcAft>
              <a:buSzPts val="2100"/>
              <a:buNone/>
              <a:defRPr/>
            </a:lvl8pPr>
            <a:lvl9pPr lvl="8" algn="l">
              <a:spcBef>
                <a:spcPts val="0"/>
              </a:spcBef>
              <a:spcAft>
                <a:spcPts val="0"/>
              </a:spcAft>
              <a:buSzPts val="2100"/>
              <a:buNone/>
              <a:defRPr/>
            </a:lvl9pPr>
          </a:lstStyle>
          <a:p/>
        </p:txBody>
      </p:sp>
      <p:sp>
        <p:nvSpPr>
          <p:cNvPr id="120" name="Google Shape;120;p24"/>
          <p:cNvSpPr txBox="1"/>
          <p:nvPr>
            <p:ph idx="12" type="sldNum"/>
          </p:nvPr>
        </p:nvSpPr>
        <p:spPr>
          <a:xfrm>
            <a:off x="9829800" y="9534525"/>
            <a:ext cx="3200400" cy="547800"/>
          </a:xfrm>
          <a:prstGeom prst="rect">
            <a:avLst/>
          </a:prstGeom>
          <a:noFill/>
          <a:ln>
            <a:noFill/>
          </a:ln>
        </p:spPr>
        <p:txBody>
          <a:bodyPr anchorCtr="0" anchor="ctr" bIns="68550" lIns="137150" spcFirstLastPara="1" rIns="137150" wrap="square" tIns="68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1" name="Shape 121"/>
        <p:cNvGrpSpPr/>
        <p:nvPr/>
      </p:nvGrpSpPr>
      <p:grpSpPr>
        <a:xfrm>
          <a:off x="0" y="0"/>
          <a:ext cx="0" cy="0"/>
          <a:chOff x="0" y="0"/>
          <a:chExt cx="0" cy="0"/>
        </a:xfrm>
      </p:grpSpPr>
      <p:sp>
        <p:nvSpPr>
          <p:cNvPr id="122" name="Google Shape;122;p25"/>
          <p:cNvSpPr txBox="1"/>
          <p:nvPr>
            <p:ph type="title"/>
          </p:nvPr>
        </p:nvSpPr>
        <p:spPr>
          <a:xfrm>
            <a:off x="685800" y="411957"/>
            <a:ext cx="12344400" cy="1714500"/>
          </a:xfrm>
          <a:prstGeom prst="rect">
            <a:avLst/>
          </a:prstGeom>
          <a:noFill/>
          <a:ln>
            <a:noFill/>
          </a:ln>
        </p:spPr>
        <p:txBody>
          <a:bodyPr anchorCtr="0" anchor="ctr" bIns="68550" lIns="137150" spcFirstLastPara="1" rIns="137150" wrap="square" tIns="68550">
            <a:normAutofit/>
          </a:bodyPr>
          <a:lstStyle>
            <a:lvl1pPr lvl="0" algn="ctr">
              <a:spcBef>
                <a:spcPts val="0"/>
              </a:spcBef>
              <a:spcAft>
                <a:spcPts val="0"/>
              </a:spcAft>
              <a:buClr>
                <a:schemeClr val="dk1"/>
              </a:buClr>
              <a:buSzPts val="2700"/>
              <a:buNone/>
              <a:defRPr/>
            </a:lvl1pPr>
            <a:lvl2pPr lvl="1">
              <a:spcBef>
                <a:spcPts val="0"/>
              </a:spcBef>
              <a:spcAft>
                <a:spcPts val="0"/>
              </a:spcAft>
              <a:buSzPts val="2100"/>
              <a:buNone/>
              <a:defRPr/>
            </a:lvl2pPr>
            <a:lvl3pPr lvl="2">
              <a:spcBef>
                <a:spcPts val="0"/>
              </a:spcBef>
              <a:spcAft>
                <a:spcPts val="0"/>
              </a:spcAft>
              <a:buSzPts val="2100"/>
              <a:buNone/>
              <a:defRPr/>
            </a:lvl3pPr>
            <a:lvl4pPr lvl="3">
              <a:spcBef>
                <a:spcPts val="0"/>
              </a:spcBef>
              <a:spcAft>
                <a:spcPts val="0"/>
              </a:spcAft>
              <a:buSzPts val="2100"/>
              <a:buNone/>
              <a:defRPr/>
            </a:lvl4pPr>
            <a:lvl5pPr lvl="4">
              <a:spcBef>
                <a:spcPts val="0"/>
              </a:spcBef>
              <a:spcAft>
                <a:spcPts val="0"/>
              </a:spcAft>
              <a:buSzPts val="2100"/>
              <a:buNone/>
              <a:defRPr/>
            </a:lvl5pPr>
            <a:lvl6pPr lvl="5">
              <a:spcBef>
                <a:spcPts val="0"/>
              </a:spcBef>
              <a:spcAft>
                <a:spcPts val="0"/>
              </a:spcAft>
              <a:buSzPts val="2100"/>
              <a:buNone/>
              <a:defRPr/>
            </a:lvl6pPr>
            <a:lvl7pPr lvl="6">
              <a:spcBef>
                <a:spcPts val="0"/>
              </a:spcBef>
              <a:spcAft>
                <a:spcPts val="0"/>
              </a:spcAft>
              <a:buSzPts val="2100"/>
              <a:buNone/>
              <a:defRPr/>
            </a:lvl7pPr>
            <a:lvl8pPr lvl="7">
              <a:spcBef>
                <a:spcPts val="0"/>
              </a:spcBef>
              <a:spcAft>
                <a:spcPts val="0"/>
              </a:spcAft>
              <a:buSzPts val="2100"/>
              <a:buNone/>
              <a:defRPr/>
            </a:lvl8pPr>
            <a:lvl9pPr lvl="8">
              <a:spcBef>
                <a:spcPts val="0"/>
              </a:spcBef>
              <a:spcAft>
                <a:spcPts val="0"/>
              </a:spcAft>
              <a:buSzPts val="2100"/>
              <a:buNone/>
              <a:defRPr/>
            </a:lvl9pPr>
          </a:lstStyle>
          <a:p/>
        </p:txBody>
      </p:sp>
      <p:sp>
        <p:nvSpPr>
          <p:cNvPr id="123" name="Google Shape;123;p25"/>
          <p:cNvSpPr txBox="1"/>
          <p:nvPr>
            <p:ph idx="1" type="body"/>
          </p:nvPr>
        </p:nvSpPr>
        <p:spPr>
          <a:xfrm rot="5400000">
            <a:off x="3463500" y="-377400"/>
            <a:ext cx="6789000" cy="12344400"/>
          </a:xfrm>
          <a:prstGeom prst="rect">
            <a:avLst/>
          </a:prstGeom>
          <a:noFill/>
          <a:ln>
            <a:noFill/>
          </a:ln>
        </p:spPr>
        <p:txBody>
          <a:bodyPr anchorCtr="0" anchor="t" bIns="68550" lIns="137150" spcFirstLastPara="1" rIns="137150" wrap="square" tIns="68550">
            <a:normAutofit/>
          </a:bodyPr>
          <a:lstStyle>
            <a:lvl1pPr indent="-400050" lvl="0" marL="457200" algn="l">
              <a:spcBef>
                <a:spcPts val="500"/>
              </a:spcBef>
              <a:spcAft>
                <a:spcPts val="0"/>
              </a:spcAft>
              <a:buClr>
                <a:schemeClr val="dk1"/>
              </a:buClr>
              <a:buSzPts val="2700"/>
              <a:buChar char="•"/>
              <a:defRPr/>
            </a:lvl1pPr>
            <a:lvl2pPr indent="-400050" lvl="1" marL="914400" algn="l">
              <a:spcBef>
                <a:spcPts val="500"/>
              </a:spcBef>
              <a:spcAft>
                <a:spcPts val="0"/>
              </a:spcAft>
              <a:buClr>
                <a:schemeClr val="dk1"/>
              </a:buClr>
              <a:buSzPts val="2700"/>
              <a:buChar char="–"/>
              <a:defRPr/>
            </a:lvl2pPr>
            <a:lvl3pPr indent="-400050" lvl="2" marL="1371600" algn="l">
              <a:spcBef>
                <a:spcPts val="500"/>
              </a:spcBef>
              <a:spcAft>
                <a:spcPts val="0"/>
              </a:spcAft>
              <a:buClr>
                <a:schemeClr val="dk1"/>
              </a:buClr>
              <a:buSzPts val="2700"/>
              <a:buChar char="•"/>
              <a:defRPr/>
            </a:lvl3pPr>
            <a:lvl4pPr indent="-400050" lvl="3" marL="1828800" algn="l">
              <a:spcBef>
                <a:spcPts val="500"/>
              </a:spcBef>
              <a:spcAft>
                <a:spcPts val="0"/>
              </a:spcAft>
              <a:buClr>
                <a:schemeClr val="dk1"/>
              </a:buClr>
              <a:buSzPts val="2700"/>
              <a:buChar char="–"/>
              <a:defRPr/>
            </a:lvl4pPr>
            <a:lvl5pPr indent="-400050" lvl="4" marL="2286000" algn="l">
              <a:spcBef>
                <a:spcPts val="500"/>
              </a:spcBef>
              <a:spcAft>
                <a:spcPts val="0"/>
              </a:spcAft>
              <a:buClr>
                <a:schemeClr val="dk1"/>
              </a:buClr>
              <a:buSzPts val="2700"/>
              <a:buChar char="»"/>
              <a:defRPr/>
            </a:lvl5pPr>
            <a:lvl6pPr indent="-400050" lvl="5" marL="2743200" algn="l">
              <a:spcBef>
                <a:spcPts val="500"/>
              </a:spcBef>
              <a:spcAft>
                <a:spcPts val="0"/>
              </a:spcAft>
              <a:buClr>
                <a:schemeClr val="dk1"/>
              </a:buClr>
              <a:buSzPts val="2700"/>
              <a:buChar char="•"/>
              <a:defRPr/>
            </a:lvl6pPr>
            <a:lvl7pPr indent="-400050" lvl="6" marL="3200400" algn="l">
              <a:spcBef>
                <a:spcPts val="500"/>
              </a:spcBef>
              <a:spcAft>
                <a:spcPts val="0"/>
              </a:spcAft>
              <a:buClr>
                <a:schemeClr val="dk1"/>
              </a:buClr>
              <a:buSzPts val="2700"/>
              <a:buChar char="•"/>
              <a:defRPr/>
            </a:lvl7pPr>
            <a:lvl8pPr indent="-400050" lvl="7" marL="3657600" algn="l">
              <a:spcBef>
                <a:spcPts val="500"/>
              </a:spcBef>
              <a:spcAft>
                <a:spcPts val="0"/>
              </a:spcAft>
              <a:buClr>
                <a:schemeClr val="dk1"/>
              </a:buClr>
              <a:buSzPts val="2700"/>
              <a:buChar char="•"/>
              <a:defRPr/>
            </a:lvl8pPr>
            <a:lvl9pPr indent="-400050" lvl="8" marL="4114800" algn="l">
              <a:spcBef>
                <a:spcPts val="500"/>
              </a:spcBef>
              <a:spcAft>
                <a:spcPts val="0"/>
              </a:spcAft>
              <a:buClr>
                <a:schemeClr val="dk1"/>
              </a:buClr>
              <a:buSzPts val="2700"/>
              <a:buChar char="•"/>
              <a:defRPr/>
            </a:lvl9pPr>
          </a:lstStyle>
          <a:p/>
        </p:txBody>
      </p:sp>
      <p:sp>
        <p:nvSpPr>
          <p:cNvPr id="124" name="Google Shape;124;p25"/>
          <p:cNvSpPr txBox="1"/>
          <p:nvPr>
            <p:ph idx="10" type="dt"/>
          </p:nvPr>
        </p:nvSpPr>
        <p:spPr>
          <a:xfrm>
            <a:off x="685800" y="9534525"/>
            <a:ext cx="3200400" cy="547800"/>
          </a:xfrm>
          <a:prstGeom prst="rect">
            <a:avLst/>
          </a:prstGeom>
          <a:noFill/>
          <a:ln>
            <a:noFill/>
          </a:ln>
        </p:spPr>
        <p:txBody>
          <a:bodyPr anchorCtr="0" anchor="ctr" bIns="68550" lIns="137150" spcFirstLastPara="1" rIns="137150" wrap="square" tIns="68550">
            <a:noAutofit/>
          </a:bodyPr>
          <a:lstStyle>
            <a:lvl1pPr lvl="0" algn="l">
              <a:spcBef>
                <a:spcPts val="0"/>
              </a:spcBef>
              <a:spcAft>
                <a:spcPts val="0"/>
              </a:spcAft>
              <a:buSzPts val="2100"/>
              <a:buNone/>
              <a:defRPr/>
            </a:lvl1pPr>
            <a:lvl2pPr lvl="1" algn="l">
              <a:spcBef>
                <a:spcPts val="0"/>
              </a:spcBef>
              <a:spcAft>
                <a:spcPts val="0"/>
              </a:spcAft>
              <a:buSzPts val="2100"/>
              <a:buNone/>
              <a:defRPr/>
            </a:lvl2pPr>
            <a:lvl3pPr lvl="2" algn="l">
              <a:spcBef>
                <a:spcPts val="0"/>
              </a:spcBef>
              <a:spcAft>
                <a:spcPts val="0"/>
              </a:spcAft>
              <a:buSzPts val="2100"/>
              <a:buNone/>
              <a:defRPr/>
            </a:lvl3pPr>
            <a:lvl4pPr lvl="3" algn="l">
              <a:spcBef>
                <a:spcPts val="0"/>
              </a:spcBef>
              <a:spcAft>
                <a:spcPts val="0"/>
              </a:spcAft>
              <a:buSzPts val="2100"/>
              <a:buNone/>
              <a:defRPr/>
            </a:lvl4pPr>
            <a:lvl5pPr lvl="4" algn="l">
              <a:spcBef>
                <a:spcPts val="0"/>
              </a:spcBef>
              <a:spcAft>
                <a:spcPts val="0"/>
              </a:spcAft>
              <a:buSzPts val="2100"/>
              <a:buNone/>
              <a:defRPr/>
            </a:lvl5pPr>
            <a:lvl6pPr lvl="5" algn="l">
              <a:spcBef>
                <a:spcPts val="0"/>
              </a:spcBef>
              <a:spcAft>
                <a:spcPts val="0"/>
              </a:spcAft>
              <a:buSzPts val="2100"/>
              <a:buNone/>
              <a:defRPr/>
            </a:lvl6pPr>
            <a:lvl7pPr lvl="6" algn="l">
              <a:spcBef>
                <a:spcPts val="0"/>
              </a:spcBef>
              <a:spcAft>
                <a:spcPts val="0"/>
              </a:spcAft>
              <a:buSzPts val="2100"/>
              <a:buNone/>
              <a:defRPr/>
            </a:lvl7pPr>
            <a:lvl8pPr lvl="7" algn="l">
              <a:spcBef>
                <a:spcPts val="0"/>
              </a:spcBef>
              <a:spcAft>
                <a:spcPts val="0"/>
              </a:spcAft>
              <a:buSzPts val="2100"/>
              <a:buNone/>
              <a:defRPr/>
            </a:lvl8pPr>
            <a:lvl9pPr lvl="8" algn="l">
              <a:spcBef>
                <a:spcPts val="0"/>
              </a:spcBef>
              <a:spcAft>
                <a:spcPts val="0"/>
              </a:spcAft>
              <a:buSzPts val="2100"/>
              <a:buNone/>
              <a:defRPr/>
            </a:lvl9pPr>
          </a:lstStyle>
          <a:p/>
        </p:txBody>
      </p:sp>
      <p:sp>
        <p:nvSpPr>
          <p:cNvPr id="125" name="Google Shape;125;p25"/>
          <p:cNvSpPr txBox="1"/>
          <p:nvPr>
            <p:ph idx="11" type="ftr"/>
          </p:nvPr>
        </p:nvSpPr>
        <p:spPr>
          <a:xfrm>
            <a:off x="4686300" y="9534525"/>
            <a:ext cx="4343400" cy="547800"/>
          </a:xfrm>
          <a:prstGeom prst="rect">
            <a:avLst/>
          </a:prstGeom>
          <a:noFill/>
          <a:ln>
            <a:noFill/>
          </a:ln>
        </p:spPr>
        <p:txBody>
          <a:bodyPr anchorCtr="0" anchor="ctr" bIns="68550" lIns="137150" spcFirstLastPara="1" rIns="137150" wrap="square" tIns="68550">
            <a:noAutofit/>
          </a:bodyPr>
          <a:lstStyle>
            <a:lvl1pPr lvl="0" algn="ctr">
              <a:spcBef>
                <a:spcPts val="0"/>
              </a:spcBef>
              <a:spcAft>
                <a:spcPts val="0"/>
              </a:spcAft>
              <a:buSzPts val="2100"/>
              <a:buNone/>
              <a:defRPr/>
            </a:lvl1pPr>
            <a:lvl2pPr lvl="1" algn="l">
              <a:spcBef>
                <a:spcPts val="0"/>
              </a:spcBef>
              <a:spcAft>
                <a:spcPts val="0"/>
              </a:spcAft>
              <a:buSzPts val="2100"/>
              <a:buNone/>
              <a:defRPr/>
            </a:lvl2pPr>
            <a:lvl3pPr lvl="2" algn="l">
              <a:spcBef>
                <a:spcPts val="0"/>
              </a:spcBef>
              <a:spcAft>
                <a:spcPts val="0"/>
              </a:spcAft>
              <a:buSzPts val="2100"/>
              <a:buNone/>
              <a:defRPr/>
            </a:lvl3pPr>
            <a:lvl4pPr lvl="3" algn="l">
              <a:spcBef>
                <a:spcPts val="0"/>
              </a:spcBef>
              <a:spcAft>
                <a:spcPts val="0"/>
              </a:spcAft>
              <a:buSzPts val="2100"/>
              <a:buNone/>
              <a:defRPr/>
            </a:lvl4pPr>
            <a:lvl5pPr lvl="4" algn="l">
              <a:spcBef>
                <a:spcPts val="0"/>
              </a:spcBef>
              <a:spcAft>
                <a:spcPts val="0"/>
              </a:spcAft>
              <a:buSzPts val="2100"/>
              <a:buNone/>
              <a:defRPr/>
            </a:lvl5pPr>
            <a:lvl6pPr lvl="5" algn="l">
              <a:spcBef>
                <a:spcPts val="0"/>
              </a:spcBef>
              <a:spcAft>
                <a:spcPts val="0"/>
              </a:spcAft>
              <a:buSzPts val="2100"/>
              <a:buNone/>
              <a:defRPr/>
            </a:lvl6pPr>
            <a:lvl7pPr lvl="6" algn="l">
              <a:spcBef>
                <a:spcPts val="0"/>
              </a:spcBef>
              <a:spcAft>
                <a:spcPts val="0"/>
              </a:spcAft>
              <a:buSzPts val="2100"/>
              <a:buNone/>
              <a:defRPr/>
            </a:lvl7pPr>
            <a:lvl8pPr lvl="7" algn="l">
              <a:spcBef>
                <a:spcPts val="0"/>
              </a:spcBef>
              <a:spcAft>
                <a:spcPts val="0"/>
              </a:spcAft>
              <a:buSzPts val="2100"/>
              <a:buNone/>
              <a:defRPr/>
            </a:lvl8pPr>
            <a:lvl9pPr lvl="8" algn="l">
              <a:spcBef>
                <a:spcPts val="0"/>
              </a:spcBef>
              <a:spcAft>
                <a:spcPts val="0"/>
              </a:spcAft>
              <a:buSzPts val="2100"/>
              <a:buNone/>
              <a:defRPr/>
            </a:lvl9pPr>
          </a:lstStyle>
          <a:p/>
        </p:txBody>
      </p:sp>
      <p:sp>
        <p:nvSpPr>
          <p:cNvPr id="126" name="Google Shape;126;p25"/>
          <p:cNvSpPr txBox="1"/>
          <p:nvPr>
            <p:ph idx="12" type="sldNum"/>
          </p:nvPr>
        </p:nvSpPr>
        <p:spPr>
          <a:xfrm>
            <a:off x="9829800" y="9534525"/>
            <a:ext cx="3200400" cy="547800"/>
          </a:xfrm>
          <a:prstGeom prst="rect">
            <a:avLst/>
          </a:prstGeom>
          <a:noFill/>
          <a:ln>
            <a:noFill/>
          </a:ln>
        </p:spPr>
        <p:txBody>
          <a:bodyPr anchorCtr="0" anchor="ctr" bIns="68550" lIns="137150" spcFirstLastPara="1" rIns="137150" wrap="square" tIns="68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7" name="Shape 127"/>
        <p:cNvGrpSpPr/>
        <p:nvPr/>
      </p:nvGrpSpPr>
      <p:grpSpPr>
        <a:xfrm>
          <a:off x="0" y="0"/>
          <a:ext cx="0" cy="0"/>
          <a:chOff x="0" y="0"/>
          <a:chExt cx="0" cy="0"/>
        </a:xfrm>
      </p:grpSpPr>
      <p:sp>
        <p:nvSpPr>
          <p:cNvPr id="128" name="Google Shape;128;p26"/>
          <p:cNvSpPr txBox="1"/>
          <p:nvPr>
            <p:ph type="title"/>
          </p:nvPr>
        </p:nvSpPr>
        <p:spPr>
          <a:xfrm rot="5400000">
            <a:off x="7098450" y="3257607"/>
            <a:ext cx="8777400" cy="3086100"/>
          </a:xfrm>
          <a:prstGeom prst="rect">
            <a:avLst/>
          </a:prstGeom>
          <a:noFill/>
          <a:ln>
            <a:noFill/>
          </a:ln>
        </p:spPr>
        <p:txBody>
          <a:bodyPr anchorCtr="0" anchor="ctr" bIns="68550" lIns="137150" spcFirstLastPara="1" rIns="137150" wrap="square" tIns="68550">
            <a:normAutofit/>
          </a:bodyPr>
          <a:lstStyle>
            <a:lvl1pPr lvl="0" algn="ctr">
              <a:spcBef>
                <a:spcPts val="0"/>
              </a:spcBef>
              <a:spcAft>
                <a:spcPts val="0"/>
              </a:spcAft>
              <a:buClr>
                <a:schemeClr val="dk1"/>
              </a:buClr>
              <a:buSzPts val="2700"/>
              <a:buNone/>
              <a:defRPr/>
            </a:lvl1pPr>
            <a:lvl2pPr lvl="1">
              <a:spcBef>
                <a:spcPts val="0"/>
              </a:spcBef>
              <a:spcAft>
                <a:spcPts val="0"/>
              </a:spcAft>
              <a:buSzPts val="2100"/>
              <a:buNone/>
              <a:defRPr/>
            </a:lvl2pPr>
            <a:lvl3pPr lvl="2">
              <a:spcBef>
                <a:spcPts val="0"/>
              </a:spcBef>
              <a:spcAft>
                <a:spcPts val="0"/>
              </a:spcAft>
              <a:buSzPts val="2100"/>
              <a:buNone/>
              <a:defRPr/>
            </a:lvl3pPr>
            <a:lvl4pPr lvl="3">
              <a:spcBef>
                <a:spcPts val="0"/>
              </a:spcBef>
              <a:spcAft>
                <a:spcPts val="0"/>
              </a:spcAft>
              <a:buSzPts val="2100"/>
              <a:buNone/>
              <a:defRPr/>
            </a:lvl4pPr>
            <a:lvl5pPr lvl="4">
              <a:spcBef>
                <a:spcPts val="0"/>
              </a:spcBef>
              <a:spcAft>
                <a:spcPts val="0"/>
              </a:spcAft>
              <a:buSzPts val="2100"/>
              <a:buNone/>
              <a:defRPr/>
            </a:lvl5pPr>
            <a:lvl6pPr lvl="5">
              <a:spcBef>
                <a:spcPts val="0"/>
              </a:spcBef>
              <a:spcAft>
                <a:spcPts val="0"/>
              </a:spcAft>
              <a:buSzPts val="2100"/>
              <a:buNone/>
              <a:defRPr/>
            </a:lvl6pPr>
            <a:lvl7pPr lvl="6">
              <a:spcBef>
                <a:spcPts val="0"/>
              </a:spcBef>
              <a:spcAft>
                <a:spcPts val="0"/>
              </a:spcAft>
              <a:buSzPts val="2100"/>
              <a:buNone/>
              <a:defRPr/>
            </a:lvl7pPr>
            <a:lvl8pPr lvl="7">
              <a:spcBef>
                <a:spcPts val="0"/>
              </a:spcBef>
              <a:spcAft>
                <a:spcPts val="0"/>
              </a:spcAft>
              <a:buSzPts val="2100"/>
              <a:buNone/>
              <a:defRPr/>
            </a:lvl8pPr>
            <a:lvl9pPr lvl="8">
              <a:spcBef>
                <a:spcPts val="0"/>
              </a:spcBef>
              <a:spcAft>
                <a:spcPts val="0"/>
              </a:spcAft>
              <a:buSzPts val="2100"/>
              <a:buNone/>
              <a:defRPr/>
            </a:lvl9pPr>
          </a:lstStyle>
          <a:p/>
        </p:txBody>
      </p:sp>
      <p:sp>
        <p:nvSpPr>
          <p:cNvPr id="129" name="Google Shape;129;p26"/>
          <p:cNvSpPr txBox="1"/>
          <p:nvPr>
            <p:ph idx="1" type="body"/>
          </p:nvPr>
        </p:nvSpPr>
        <p:spPr>
          <a:xfrm rot="5400000">
            <a:off x="811950" y="285807"/>
            <a:ext cx="8777400" cy="9029700"/>
          </a:xfrm>
          <a:prstGeom prst="rect">
            <a:avLst/>
          </a:prstGeom>
          <a:noFill/>
          <a:ln>
            <a:noFill/>
          </a:ln>
        </p:spPr>
        <p:txBody>
          <a:bodyPr anchorCtr="0" anchor="t" bIns="68550" lIns="137150" spcFirstLastPara="1" rIns="137150" wrap="square" tIns="68550">
            <a:normAutofit/>
          </a:bodyPr>
          <a:lstStyle>
            <a:lvl1pPr indent="-400050" lvl="0" marL="457200" algn="l">
              <a:spcBef>
                <a:spcPts val="500"/>
              </a:spcBef>
              <a:spcAft>
                <a:spcPts val="0"/>
              </a:spcAft>
              <a:buClr>
                <a:schemeClr val="dk1"/>
              </a:buClr>
              <a:buSzPts val="2700"/>
              <a:buChar char="•"/>
              <a:defRPr/>
            </a:lvl1pPr>
            <a:lvl2pPr indent="-400050" lvl="1" marL="914400" algn="l">
              <a:spcBef>
                <a:spcPts val="500"/>
              </a:spcBef>
              <a:spcAft>
                <a:spcPts val="0"/>
              </a:spcAft>
              <a:buClr>
                <a:schemeClr val="dk1"/>
              </a:buClr>
              <a:buSzPts val="2700"/>
              <a:buChar char="–"/>
              <a:defRPr/>
            </a:lvl2pPr>
            <a:lvl3pPr indent="-400050" lvl="2" marL="1371600" algn="l">
              <a:spcBef>
                <a:spcPts val="500"/>
              </a:spcBef>
              <a:spcAft>
                <a:spcPts val="0"/>
              </a:spcAft>
              <a:buClr>
                <a:schemeClr val="dk1"/>
              </a:buClr>
              <a:buSzPts val="2700"/>
              <a:buChar char="•"/>
              <a:defRPr/>
            </a:lvl3pPr>
            <a:lvl4pPr indent="-400050" lvl="3" marL="1828800" algn="l">
              <a:spcBef>
                <a:spcPts val="500"/>
              </a:spcBef>
              <a:spcAft>
                <a:spcPts val="0"/>
              </a:spcAft>
              <a:buClr>
                <a:schemeClr val="dk1"/>
              </a:buClr>
              <a:buSzPts val="2700"/>
              <a:buChar char="–"/>
              <a:defRPr/>
            </a:lvl4pPr>
            <a:lvl5pPr indent="-400050" lvl="4" marL="2286000" algn="l">
              <a:spcBef>
                <a:spcPts val="500"/>
              </a:spcBef>
              <a:spcAft>
                <a:spcPts val="0"/>
              </a:spcAft>
              <a:buClr>
                <a:schemeClr val="dk1"/>
              </a:buClr>
              <a:buSzPts val="2700"/>
              <a:buChar char="»"/>
              <a:defRPr/>
            </a:lvl5pPr>
            <a:lvl6pPr indent="-400050" lvl="5" marL="2743200" algn="l">
              <a:spcBef>
                <a:spcPts val="500"/>
              </a:spcBef>
              <a:spcAft>
                <a:spcPts val="0"/>
              </a:spcAft>
              <a:buClr>
                <a:schemeClr val="dk1"/>
              </a:buClr>
              <a:buSzPts val="2700"/>
              <a:buChar char="•"/>
              <a:defRPr/>
            </a:lvl6pPr>
            <a:lvl7pPr indent="-400050" lvl="6" marL="3200400" algn="l">
              <a:spcBef>
                <a:spcPts val="500"/>
              </a:spcBef>
              <a:spcAft>
                <a:spcPts val="0"/>
              </a:spcAft>
              <a:buClr>
                <a:schemeClr val="dk1"/>
              </a:buClr>
              <a:buSzPts val="2700"/>
              <a:buChar char="•"/>
              <a:defRPr/>
            </a:lvl7pPr>
            <a:lvl8pPr indent="-400050" lvl="7" marL="3657600" algn="l">
              <a:spcBef>
                <a:spcPts val="500"/>
              </a:spcBef>
              <a:spcAft>
                <a:spcPts val="0"/>
              </a:spcAft>
              <a:buClr>
                <a:schemeClr val="dk1"/>
              </a:buClr>
              <a:buSzPts val="2700"/>
              <a:buChar char="•"/>
              <a:defRPr/>
            </a:lvl8pPr>
            <a:lvl9pPr indent="-400050" lvl="8" marL="4114800" algn="l">
              <a:spcBef>
                <a:spcPts val="500"/>
              </a:spcBef>
              <a:spcAft>
                <a:spcPts val="0"/>
              </a:spcAft>
              <a:buClr>
                <a:schemeClr val="dk1"/>
              </a:buClr>
              <a:buSzPts val="2700"/>
              <a:buChar char="•"/>
              <a:defRPr/>
            </a:lvl9pPr>
          </a:lstStyle>
          <a:p/>
        </p:txBody>
      </p:sp>
      <p:sp>
        <p:nvSpPr>
          <p:cNvPr id="130" name="Google Shape;130;p26"/>
          <p:cNvSpPr txBox="1"/>
          <p:nvPr>
            <p:ph idx="10" type="dt"/>
          </p:nvPr>
        </p:nvSpPr>
        <p:spPr>
          <a:xfrm>
            <a:off x="685800" y="9534525"/>
            <a:ext cx="3200400" cy="547800"/>
          </a:xfrm>
          <a:prstGeom prst="rect">
            <a:avLst/>
          </a:prstGeom>
          <a:noFill/>
          <a:ln>
            <a:noFill/>
          </a:ln>
        </p:spPr>
        <p:txBody>
          <a:bodyPr anchorCtr="0" anchor="ctr" bIns="68550" lIns="137150" spcFirstLastPara="1" rIns="137150" wrap="square" tIns="68550">
            <a:noAutofit/>
          </a:bodyPr>
          <a:lstStyle>
            <a:lvl1pPr lvl="0" algn="l">
              <a:spcBef>
                <a:spcPts val="0"/>
              </a:spcBef>
              <a:spcAft>
                <a:spcPts val="0"/>
              </a:spcAft>
              <a:buSzPts val="2100"/>
              <a:buNone/>
              <a:defRPr/>
            </a:lvl1pPr>
            <a:lvl2pPr lvl="1" algn="l">
              <a:spcBef>
                <a:spcPts val="0"/>
              </a:spcBef>
              <a:spcAft>
                <a:spcPts val="0"/>
              </a:spcAft>
              <a:buSzPts val="2100"/>
              <a:buNone/>
              <a:defRPr/>
            </a:lvl2pPr>
            <a:lvl3pPr lvl="2" algn="l">
              <a:spcBef>
                <a:spcPts val="0"/>
              </a:spcBef>
              <a:spcAft>
                <a:spcPts val="0"/>
              </a:spcAft>
              <a:buSzPts val="2100"/>
              <a:buNone/>
              <a:defRPr/>
            </a:lvl3pPr>
            <a:lvl4pPr lvl="3" algn="l">
              <a:spcBef>
                <a:spcPts val="0"/>
              </a:spcBef>
              <a:spcAft>
                <a:spcPts val="0"/>
              </a:spcAft>
              <a:buSzPts val="2100"/>
              <a:buNone/>
              <a:defRPr/>
            </a:lvl4pPr>
            <a:lvl5pPr lvl="4" algn="l">
              <a:spcBef>
                <a:spcPts val="0"/>
              </a:spcBef>
              <a:spcAft>
                <a:spcPts val="0"/>
              </a:spcAft>
              <a:buSzPts val="2100"/>
              <a:buNone/>
              <a:defRPr/>
            </a:lvl5pPr>
            <a:lvl6pPr lvl="5" algn="l">
              <a:spcBef>
                <a:spcPts val="0"/>
              </a:spcBef>
              <a:spcAft>
                <a:spcPts val="0"/>
              </a:spcAft>
              <a:buSzPts val="2100"/>
              <a:buNone/>
              <a:defRPr/>
            </a:lvl6pPr>
            <a:lvl7pPr lvl="6" algn="l">
              <a:spcBef>
                <a:spcPts val="0"/>
              </a:spcBef>
              <a:spcAft>
                <a:spcPts val="0"/>
              </a:spcAft>
              <a:buSzPts val="2100"/>
              <a:buNone/>
              <a:defRPr/>
            </a:lvl7pPr>
            <a:lvl8pPr lvl="7" algn="l">
              <a:spcBef>
                <a:spcPts val="0"/>
              </a:spcBef>
              <a:spcAft>
                <a:spcPts val="0"/>
              </a:spcAft>
              <a:buSzPts val="2100"/>
              <a:buNone/>
              <a:defRPr/>
            </a:lvl8pPr>
            <a:lvl9pPr lvl="8" algn="l">
              <a:spcBef>
                <a:spcPts val="0"/>
              </a:spcBef>
              <a:spcAft>
                <a:spcPts val="0"/>
              </a:spcAft>
              <a:buSzPts val="2100"/>
              <a:buNone/>
              <a:defRPr/>
            </a:lvl9pPr>
          </a:lstStyle>
          <a:p/>
        </p:txBody>
      </p:sp>
      <p:sp>
        <p:nvSpPr>
          <p:cNvPr id="131" name="Google Shape;131;p26"/>
          <p:cNvSpPr txBox="1"/>
          <p:nvPr>
            <p:ph idx="11" type="ftr"/>
          </p:nvPr>
        </p:nvSpPr>
        <p:spPr>
          <a:xfrm>
            <a:off x="4686300" y="9534525"/>
            <a:ext cx="4343400" cy="547800"/>
          </a:xfrm>
          <a:prstGeom prst="rect">
            <a:avLst/>
          </a:prstGeom>
          <a:noFill/>
          <a:ln>
            <a:noFill/>
          </a:ln>
        </p:spPr>
        <p:txBody>
          <a:bodyPr anchorCtr="0" anchor="ctr" bIns="68550" lIns="137150" spcFirstLastPara="1" rIns="137150" wrap="square" tIns="68550">
            <a:noAutofit/>
          </a:bodyPr>
          <a:lstStyle>
            <a:lvl1pPr lvl="0" algn="ctr">
              <a:spcBef>
                <a:spcPts val="0"/>
              </a:spcBef>
              <a:spcAft>
                <a:spcPts val="0"/>
              </a:spcAft>
              <a:buSzPts val="2100"/>
              <a:buNone/>
              <a:defRPr/>
            </a:lvl1pPr>
            <a:lvl2pPr lvl="1" algn="l">
              <a:spcBef>
                <a:spcPts val="0"/>
              </a:spcBef>
              <a:spcAft>
                <a:spcPts val="0"/>
              </a:spcAft>
              <a:buSzPts val="2100"/>
              <a:buNone/>
              <a:defRPr/>
            </a:lvl2pPr>
            <a:lvl3pPr lvl="2" algn="l">
              <a:spcBef>
                <a:spcPts val="0"/>
              </a:spcBef>
              <a:spcAft>
                <a:spcPts val="0"/>
              </a:spcAft>
              <a:buSzPts val="2100"/>
              <a:buNone/>
              <a:defRPr/>
            </a:lvl3pPr>
            <a:lvl4pPr lvl="3" algn="l">
              <a:spcBef>
                <a:spcPts val="0"/>
              </a:spcBef>
              <a:spcAft>
                <a:spcPts val="0"/>
              </a:spcAft>
              <a:buSzPts val="2100"/>
              <a:buNone/>
              <a:defRPr/>
            </a:lvl4pPr>
            <a:lvl5pPr lvl="4" algn="l">
              <a:spcBef>
                <a:spcPts val="0"/>
              </a:spcBef>
              <a:spcAft>
                <a:spcPts val="0"/>
              </a:spcAft>
              <a:buSzPts val="2100"/>
              <a:buNone/>
              <a:defRPr/>
            </a:lvl5pPr>
            <a:lvl6pPr lvl="5" algn="l">
              <a:spcBef>
                <a:spcPts val="0"/>
              </a:spcBef>
              <a:spcAft>
                <a:spcPts val="0"/>
              </a:spcAft>
              <a:buSzPts val="2100"/>
              <a:buNone/>
              <a:defRPr/>
            </a:lvl6pPr>
            <a:lvl7pPr lvl="6" algn="l">
              <a:spcBef>
                <a:spcPts val="0"/>
              </a:spcBef>
              <a:spcAft>
                <a:spcPts val="0"/>
              </a:spcAft>
              <a:buSzPts val="2100"/>
              <a:buNone/>
              <a:defRPr/>
            </a:lvl7pPr>
            <a:lvl8pPr lvl="7" algn="l">
              <a:spcBef>
                <a:spcPts val="0"/>
              </a:spcBef>
              <a:spcAft>
                <a:spcPts val="0"/>
              </a:spcAft>
              <a:buSzPts val="2100"/>
              <a:buNone/>
              <a:defRPr/>
            </a:lvl8pPr>
            <a:lvl9pPr lvl="8" algn="l">
              <a:spcBef>
                <a:spcPts val="0"/>
              </a:spcBef>
              <a:spcAft>
                <a:spcPts val="0"/>
              </a:spcAft>
              <a:buSzPts val="2100"/>
              <a:buNone/>
              <a:defRPr/>
            </a:lvl9pPr>
          </a:lstStyle>
          <a:p/>
        </p:txBody>
      </p:sp>
      <p:sp>
        <p:nvSpPr>
          <p:cNvPr id="132" name="Google Shape;132;p26"/>
          <p:cNvSpPr txBox="1"/>
          <p:nvPr>
            <p:ph idx="12" type="sldNum"/>
          </p:nvPr>
        </p:nvSpPr>
        <p:spPr>
          <a:xfrm>
            <a:off x="9829800" y="9534525"/>
            <a:ext cx="3200400" cy="547800"/>
          </a:xfrm>
          <a:prstGeom prst="rect">
            <a:avLst/>
          </a:prstGeom>
          <a:noFill/>
          <a:ln>
            <a:noFill/>
          </a:ln>
        </p:spPr>
        <p:txBody>
          <a:bodyPr anchorCtr="0" anchor="ctr" bIns="68550" lIns="137150" spcFirstLastPara="1" rIns="137150" wrap="square" tIns="685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2" Type="http://schemas.openxmlformats.org/officeDocument/2006/relationships/theme" Target="../theme/theme3.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689100" y="355600"/>
            <a:ext cx="21005799" cy="2286000"/>
          </a:xfrm>
          <a:prstGeom prst="rect">
            <a:avLst/>
          </a:prstGeom>
          <a:noFill/>
          <a:ln>
            <a:noFill/>
          </a:ln>
        </p:spPr>
        <p:txBody>
          <a:bodyPr anchorCtr="0" anchor="ctr" bIns="50800" lIns="50800" spcFirstLastPara="1" rIns="50800" wrap="square" tIns="50800">
            <a:noAutofit/>
          </a:bodyPr>
          <a:lstStyle>
            <a:lvl1pPr lvl="0" marR="0" rtl="0" algn="ctr">
              <a:lnSpc>
                <a:spcPct val="100000"/>
              </a:lnSpc>
              <a:spcBef>
                <a:spcPts val="0"/>
              </a:spcBef>
              <a:spcAft>
                <a:spcPts val="0"/>
              </a:spcAft>
              <a:buClr>
                <a:srgbClr val="FFFFFF"/>
              </a:buClr>
              <a:buSzPts val="11200"/>
              <a:buFont typeface="Helvetica Neue"/>
              <a:buNone/>
              <a:defRPr b="0" i="0" sz="11200" u="none" cap="none" strike="noStrike">
                <a:solidFill>
                  <a:srgbClr val="FFFFFF"/>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FFFFFF"/>
              </a:buClr>
              <a:buSzPts val="11200"/>
              <a:buFont typeface="Helvetica Neue"/>
              <a:buNone/>
              <a:defRPr b="0" i="0" sz="11200" u="none" cap="none" strike="noStrike">
                <a:solidFill>
                  <a:srgbClr val="FFFFFF"/>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FFFFFF"/>
              </a:buClr>
              <a:buSzPts val="11200"/>
              <a:buFont typeface="Helvetica Neue"/>
              <a:buNone/>
              <a:defRPr b="0" i="0" sz="11200" u="none" cap="none" strike="noStrike">
                <a:solidFill>
                  <a:srgbClr val="FFFFFF"/>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FFFFFF"/>
              </a:buClr>
              <a:buSzPts val="11200"/>
              <a:buFont typeface="Helvetica Neue"/>
              <a:buNone/>
              <a:defRPr b="0" i="0" sz="11200" u="none" cap="none" strike="noStrike">
                <a:solidFill>
                  <a:srgbClr val="FFFFFF"/>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FFFFFF"/>
              </a:buClr>
              <a:buSzPts val="11200"/>
              <a:buFont typeface="Helvetica Neue"/>
              <a:buNone/>
              <a:defRPr b="0" i="0" sz="11200" u="none" cap="none" strike="noStrike">
                <a:solidFill>
                  <a:srgbClr val="FFFFFF"/>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FFFFFF"/>
              </a:buClr>
              <a:buSzPts val="11200"/>
              <a:buFont typeface="Helvetica Neue"/>
              <a:buNone/>
              <a:defRPr b="0" i="0" sz="11200" u="none" cap="none" strike="noStrike">
                <a:solidFill>
                  <a:srgbClr val="FFFFFF"/>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FFFFFF"/>
              </a:buClr>
              <a:buSzPts val="11200"/>
              <a:buFont typeface="Helvetica Neue"/>
              <a:buNone/>
              <a:defRPr b="0" i="0" sz="11200" u="none" cap="none" strike="noStrike">
                <a:solidFill>
                  <a:srgbClr val="FFFFFF"/>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FFFFFF"/>
              </a:buClr>
              <a:buSzPts val="11200"/>
              <a:buFont typeface="Helvetica Neue"/>
              <a:buNone/>
              <a:defRPr b="0" i="0" sz="11200" u="none" cap="none" strike="noStrike">
                <a:solidFill>
                  <a:srgbClr val="FFFFFF"/>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FFFFFF"/>
              </a:buClr>
              <a:buSzPts val="11200"/>
              <a:buFont typeface="Helvetica Neue"/>
              <a:buNone/>
              <a:defRPr b="0" i="0" sz="11200" u="none" cap="none" strike="noStrike">
                <a:solidFill>
                  <a:srgbClr val="FFFFFF"/>
                </a:solidFill>
                <a:latin typeface="Helvetica Neue"/>
                <a:ea typeface="Helvetica Neue"/>
                <a:cs typeface="Helvetica Neue"/>
                <a:sym typeface="Helvetica Neue"/>
              </a:defRPr>
            </a:lvl9pPr>
          </a:lstStyle>
          <a:p/>
        </p:txBody>
      </p:sp>
      <p:sp>
        <p:nvSpPr>
          <p:cNvPr id="7" name="Google Shape;7;p1"/>
          <p:cNvSpPr txBox="1"/>
          <p:nvPr>
            <p:ph idx="1" type="body"/>
          </p:nvPr>
        </p:nvSpPr>
        <p:spPr>
          <a:xfrm>
            <a:off x="1689100" y="3149600"/>
            <a:ext cx="21005799" cy="9296400"/>
          </a:xfrm>
          <a:prstGeom prst="rect">
            <a:avLst/>
          </a:prstGeom>
          <a:noFill/>
          <a:ln>
            <a:noFill/>
          </a:ln>
        </p:spPr>
        <p:txBody>
          <a:bodyPr anchorCtr="0" anchor="ctr" bIns="50800" lIns="50800" spcFirstLastPara="1" rIns="50800" wrap="square" tIns="50800">
            <a:noAutofit/>
          </a:bodyPr>
          <a:lstStyle>
            <a:lvl1pPr indent="-609600" lvl="0" marL="457200"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1pPr>
            <a:lvl2pPr indent="-609600" lvl="1" marL="914400"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2pPr>
            <a:lvl3pPr indent="-609600" lvl="2" marL="1371600"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3pPr>
            <a:lvl4pPr indent="-609600" lvl="3" marL="1828800"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4pPr>
            <a:lvl5pPr indent="-609600" lvl="4" marL="2286000"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5pPr>
            <a:lvl6pPr indent="-609600" lvl="5" marL="2743200"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6pPr>
            <a:lvl7pPr indent="-609600" lvl="6" marL="3200400"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7pPr>
            <a:lvl8pPr indent="-609600" lvl="7" marL="3657600"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8pPr>
            <a:lvl9pPr indent="-609600" lvl="8" marL="4114800" marR="0" rtl="0" algn="l">
              <a:lnSpc>
                <a:spcPct val="100000"/>
              </a:lnSpc>
              <a:spcBef>
                <a:spcPts val="5900"/>
              </a:spcBef>
              <a:spcAft>
                <a:spcPts val="0"/>
              </a:spcAft>
              <a:buClr>
                <a:srgbClr val="FFFFFF"/>
              </a:buClr>
              <a:buSzPts val="6000"/>
              <a:buFont typeface="Helvetica Neue"/>
              <a:buChar char="•"/>
              <a:defRPr b="0" i="0" sz="4800" u="none" cap="none" strike="noStrike">
                <a:solidFill>
                  <a:srgbClr val="FFFFFF"/>
                </a:solidFill>
                <a:latin typeface="Helvetica Neue"/>
                <a:ea typeface="Helvetica Neue"/>
                <a:cs typeface="Helvetica Neue"/>
                <a:sym typeface="Helvetica Neue"/>
              </a:defRPr>
            </a:lvl9pPr>
          </a:lstStyle>
          <a:p/>
        </p:txBody>
      </p:sp>
      <p:sp>
        <p:nvSpPr>
          <p:cNvPr id="8" name="Google Shape;8;p1"/>
          <p:cNvSpPr txBox="1"/>
          <p:nvPr>
            <p:ph idx="12" type="sldNum"/>
          </p:nvPr>
        </p:nvSpPr>
        <p:spPr>
          <a:xfrm>
            <a:off x="11959031" y="13081000"/>
            <a:ext cx="453238" cy="461059"/>
          </a:xfrm>
          <a:prstGeom prst="rect">
            <a:avLst/>
          </a:prstGeom>
          <a:noFill/>
          <a:ln>
            <a:noFill/>
          </a:ln>
        </p:spPr>
        <p:txBody>
          <a:bodyPr anchorCtr="0" anchor="t" bIns="50800" lIns="50800" spcFirstLastPara="1" rIns="50800" wrap="square" tIns="50800">
            <a:noAutofit/>
          </a:bodyPr>
          <a:lstStyle>
            <a:lvl1pPr indent="0" lvl="0" marL="0" marR="0" rtl="0" algn="ctr">
              <a:lnSpc>
                <a:spcPct val="100000"/>
              </a:lnSpc>
              <a:spcBef>
                <a:spcPts val="0"/>
              </a:spcBef>
              <a:spcAft>
                <a:spcPts val="0"/>
              </a:spcAft>
              <a:buClr>
                <a:srgbClr val="FFFFFF"/>
              </a:buClr>
              <a:buSzPts val="2400"/>
              <a:buFont typeface="Helvetica Neue Light"/>
              <a:buNone/>
              <a:defRPr b="0" i="0" sz="2400" u="none" cap="none" strike="noStrike">
                <a:solidFill>
                  <a:srgbClr val="FFFFFF"/>
                </a:solidFill>
                <a:latin typeface="Helvetica Neue Light"/>
                <a:ea typeface="Helvetica Neue Light"/>
                <a:cs typeface="Helvetica Neue Light"/>
                <a:sym typeface="Helvetica Neue Light"/>
              </a:defRPr>
            </a:lvl1pPr>
            <a:lvl2pPr indent="0" lvl="1" marL="0" marR="0" rtl="0" algn="ctr">
              <a:lnSpc>
                <a:spcPct val="100000"/>
              </a:lnSpc>
              <a:spcBef>
                <a:spcPts val="0"/>
              </a:spcBef>
              <a:spcAft>
                <a:spcPts val="0"/>
              </a:spcAft>
              <a:buClr>
                <a:srgbClr val="FFFFFF"/>
              </a:buClr>
              <a:buSzPts val="2400"/>
              <a:buFont typeface="Helvetica Neue Light"/>
              <a:buNone/>
              <a:defRPr b="0" i="0" sz="2400" u="none" cap="none" strike="noStrike">
                <a:solidFill>
                  <a:srgbClr val="FFFFFF"/>
                </a:solidFill>
                <a:latin typeface="Helvetica Neue Light"/>
                <a:ea typeface="Helvetica Neue Light"/>
                <a:cs typeface="Helvetica Neue Light"/>
                <a:sym typeface="Helvetica Neue Light"/>
              </a:defRPr>
            </a:lvl2pPr>
            <a:lvl3pPr indent="0" lvl="2" marL="0" marR="0" rtl="0" algn="ctr">
              <a:lnSpc>
                <a:spcPct val="100000"/>
              </a:lnSpc>
              <a:spcBef>
                <a:spcPts val="0"/>
              </a:spcBef>
              <a:spcAft>
                <a:spcPts val="0"/>
              </a:spcAft>
              <a:buClr>
                <a:srgbClr val="FFFFFF"/>
              </a:buClr>
              <a:buSzPts val="2400"/>
              <a:buFont typeface="Helvetica Neue Light"/>
              <a:buNone/>
              <a:defRPr b="0" i="0" sz="2400" u="none" cap="none" strike="noStrike">
                <a:solidFill>
                  <a:srgbClr val="FFFFFF"/>
                </a:solidFill>
                <a:latin typeface="Helvetica Neue Light"/>
                <a:ea typeface="Helvetica Neue Light"/>
                <a:cs typeface="Helvetica Neue Light"/>
                <a:sym typeface="Helvetica Neue Light"/>
              </a:defRPr>
            </a:lvl3pPr>
            <a:lvl4pPr indent="0" lvl="3" marL="0" marR="0" rtl="0" algn="ctr">
              <a:lnSpc>
                <a:spcPct val="100000"/>
              </a:lnSpc>
              <a:spcBef>
                <a:spcPts val="0"/>
              </a:spcBef>
              <a:spcAft>
                <a:spcPts val="0"/>
              </a:spcAft>
              <a:buClr>
                <a:srgbClr val="FFFFFF"/>
              </a:buClr>
              <a:buSzPts val="2400"/>
              <a:buFont typeface="Helvetica Neue Light"/>
              <a:buNone/>
              <a:defRPr b="0" i="0" sz="2400" u="none" cap="none" strike="noStrike">
                <a:solidFill>
                  <a:srgbClr val="FFFFFF"/>
                </a:solidFill>
                <a:latin typeface="Helvetica Neue Light"/>
                <a:ea typeface="Helvetica Neue Light"/>
                <a:cs typeface="Helvetica Neue Light"/>
                <a:sym typeface="Helvetica Neue Light"/>
              </a:defRPr>
            </a:lvl4pPr>
            <a:lvl5pPr indent="0" lvl="4" marL="0" marR="0" rtl="0" algn="ctr">
              <a:lnSpc>
                <a:spcPct val="100000"/>
              </a:lnSpc>
              <a:spcBef>
                <a:spcPts val="0"/>
              </a:spcBef>
              <a:spcAft>
                <a:spcPts val="0"/>
              </a:spcAft>
              <a:buClr>
                <a:srgbClr val="FFFFFF"/>
              </a:buClr>
              <a:buSzPts val="2400"/>
              <a:buFont typeface="Helvetica Neue Light"/>
              <a:buNone/>
              <a:defRPr b="0" i="0" sz="2400" u="none" cap="none" strike="noStrike">
                <a:solidFill>
                  <a:srgbClr val="FFFFFF"/>
                </a:solidFill>
                <a:latin typeface="Helvetica Neue Light"/>
                <a:ea typeface="Helvetica Neue Light"/>
                <a:cs typeface="Helvetica Neue Light"/>
                <a:sym typeface="Helvetica Neue Light"/>
              </a:defRPr>
            </a:lvl5pPr>
            <a:lvl6pPr indent="0" lvl="5" marL="0" marR="0" rtl="0" algn="ctr">
              <a:lnSpc>
                <a:spcPct val="100000"/>
              </a:lnSpc>
              <a:spcBef>
                <a:spcPts val="0"/>
              </a:spcBef>
              <a:spcAft>
                <a:spcPts val="0"/>
              </a:spcAft>
              <a:buClr>
                <a:srgbClr val="FFFFFF"/>
              </a:buClr>
              <a:buSzPts val="2400"/>
              <a:buFont typeface="Helvetica Neue Light"/>
              <a:buNone/>
              <a:defRPr b="0" i="0" sz="2400" u="none" cap="none" strike="noStrike">
                <a:solidFill>
                  <a:srgbClr val="FFFFFF"/>
                </a:solidFill>
                <a:latin typeface="Helvetica Neue Light"/>
                <a:ea typeface="Helvetica Neue Light"/>
                <a:cs typeface="Helvetica Neue Light"/>
                <a:sym typeface="Helvetica Neue Light"/>
              </a:defRPr>
            </a:lvl6pPr>
            <a:lvl7pPr indent="0" lvl="6" marL="0" marR="0" rtl="0" algn="ctr">
              <a:lnSpc>
                <a:spcPct val="100000"/>
              </a:lnSpc>
              <a:spcBef>
                <a:spcPts val="0"/>
              </a:spcBef>
              <a:spcAft>
                <a:spcPts val="0"/>
              </a:spcAft>
              <a:buClr>
                <a:srgbClr val="FFFFFF"/>
              </a:buClr>
              <a:buSzPts val="2400"/>
              <a:buFont typeface="Helvetica Neue Light"/>
              <a:buNone/>
              <a:defRPr b="0" i="0" sz="2400" u="none" cap="none" strike="noStrike">
                <a:solidFill>
                  <a:srgbClr val="FFFFFF"/>
                </a:solidFill>
                <a:latin typeface="Helvetica Neue Light"/>
                <a:ea typeface="Helvetica Neue Light"/>
                <a:cs typeface="Helvetica Neue Light"/>
                <a:sym typeface="Helvetica Neue Light"/>
              </a:defRPr>
            </a:lvl7pPr>
            <a:lvl8pPr indent="0" lvl="7" marL="0" marR="0" rtl="0" algn="ctr">
              <a:lnSpc>
                <a:spcPct val="100000"/>
              </a:lnSpc>
              <a:spcBef>
                <a:spcPts val="0"/>
              </a:spcBef>
              <a:spcAft>
                <a:spcPts val="0"/>
              </a:spcAft>
              <a:buClr>
                <a:srgbClr val="FFFFFF"/>
              </a:buClr>
              <a:buSzPts val="2400"/>
              <a:buFont typeface="Helvetica Neue Light"/>
              <a:buNone/>
              <a:defRPr b="0" i="0" sz="2400" u="none" cap="none" strike="noStrike">
                <a:solidFill>
                  <a:srgbClr val="FFFFFF"/>
                </a:solidFill>
                <a:latin typeface="Helvetica Neue Light"/>
                <a:ea typeface="Helvetica Neue Light"/>
                <a:cs typeface="Helvetica Neue Light"/>
                <a:sym typeface="Helvetica Neue Light"/>
              </a:defRPr>
            </a:lvl8pPr>
            <a:lvl9pPr indent="0" lvl="8" marL="0" marR="0" rtl="0" algn="ctr">
              <a:lnSpc>
                <a:spcPct val="100000"/>
              </a:lnSpc>
              <a:spcBef>
                <a:spcPts val="0"/>
              </a:spcBef>
              <a:spcAft>
                <a:spcPts val="0"/>
              </a:spcAft>
              <a:buClr>
                <a:srgbClr val="FFFFFF"/>
              </a:buClr>
              <a:buSzPts val="2400"/>
              <a:buFont typeface="Helvetica Neue Light"/>
              <a:buNone/>
              <a:defRPr b="0" i="0" sz="2400" u="none" cap="none" strike="noStrike">
                <a:solidFill>
                  <a:srgbClr val="FFFFFF"/>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 name="Shape 58"/>
        <p:cNvGrpSpPr/>
        <p:nvPr/>
      </p:nvGrpSpPr>
      <p:grpSpPr>
        <a:xfrm>
          <a:off x="0" y="0"/>
          <a:ext cx="0" cy="0"/>
          <a:chOff x="0" y="0"/>
          <a:chExt cx="0" cy="0"/>
        </a:xfrm>
      </p:grpSpPr>
      <p:sp>
        <p:nvSpPr>
          <p:cNvPr id="59" name="Google Shape;59;p15"/>
          <p:cNvSpPr txBox="1"/>
          <p:nvPr>
            <p:ph type="title"/>
          </p:nvPr>
        </p:nvSpPr>
        <p:spPr>
          <a:xfrm>
            <a:off x="685800" y="411957"/>
            <a:ext cx="12344400" cy="1714500"/>
          </a:xfrm>
          <a:prstGeom prst="rect">
            <a:avLst/>
          </a:prstGeom>
          <a:noFill/>
          <a:ln>
            <a:noFill/>
          </a:ln>
        </p:spPr>
        <p:txBody>
          <a:bodyPr anchorCtr="0" anchor="ctr" bIns="68550" lIns="137150" spcFirstLastPara="1" rIns="137150" wrap="square" tIns="68550">
            <a:normAutofit/>
          </a:bodyPr>
          <a:lstStyle>
            <a:lvl1pPr lvl="0" marR="0" algn="ctr">
              <a:spcBef>
                <a:spcPts val="0"/>
              </a:spcBef>
              <a:spcAft>
                <a:spcPts val="0"/>
              </a:spcAft>
              <a:buClr>
                <a:schemeClr val="dk1"/>
              </a:buClr>
              <a:buSzPts val="6600"/>
              <a:buFont typeface="Calibri"/>
              <a:buNone/>
              <a:defRPr b="0" i="0" sz="6600" u="none" cap="none" strike="noStrike">
                <a:solidFill>
                  <a:schemeClr val="dk1"/>
                </a:solidFill>
                <a:latin typeface="Calibri"/>
                <a:ea typeface="Calibri"/>
                <a:cs typeface="Calibri"/>
                <a:sym typeface="Calibri"/>
              </a:defRPr>
            </a:lvl1pPr>
            <a:lvl2pPr lvl="1">
              <a:spcBef>
                <a:spcPts val="0"/>
              </a:spcBef>
              <a:spcAft>
                <a:spcPts val="0"/>
              </a:spcAft>
              <a:buSzPts val="2100"/>
              <a:buNone/>
              <a:defRPr sz="2700"/>
            </a:lvl2pPr>
            <a:lvl3pPr lvl="2">
              <a:spcBef>
                <a:spcPts val="0"/>
              </a:spcBef>
              <a:spcAft>
                <a:spcPts val="0"/>
              </a:spcAft>
              <a:buSzPts val="2100"/>
              <a:buNone/>
              <a:defRPr sz="2700"/>
            </a:lvl3pPr>
            <a:lvl4pPr lvl="3">
              <a:spcBef>
                <a:spcPts val="0"/>
              </a:spcBef>
              <a:spcAft>
                <a:spcPts val="0"/>
              </a:spcAft>
              <a:buSzPts val="2100"/>
              <a:buNone/>
              <a:defRPr sz="2700"/>
            </a:lvl4pPr>
            <a:lvl5pPr lvl="4">
              <a:spcBef>
                <a:spcPts val="0"/>
              </a:spcBef>
              <a:spcAft>
                <a:spcPts val="0"/>
              </a:spcAft>
              <a:buSzPts val="2100"/>
              <a:buNone/>
              <a:defRPr sz="2700"/>
            </a:lvl5pPr>
            <a:lvl6pPr lvl="5">
              <a:spcBef>
                <a:spcPts val="0"/>
              </a:spcBef>
              <a:spcAft>
                <a:spcPts val="0"/>
              </a:spcAft>
              <a:buSzPts val="2100"/>
              <a:buNone/>
              <a:defRPr sz="2700"/>
            </a:lvl6pPr>
            <a:lvl7pPr lvl="6">
              <a:spcBef>
                <a:spcPts val="0"/>
              </a:spcBef>
              <a:spcAft>
                <a:spcPts val="0"/>
              </a:spcAft>
              <a:buSzPts val="2100"/>
              <a:buNone/>
              <a:defRPr sz="2700"/>
            </a:lvl7pPr>
            <a:lvl8pPr lvl="7">
              <a:spcBef>
                <a:spcPts val="0"/>
              </a:spcBef>
              <a:spcAft>
                <a:spcPts val="0"/>
              </a:spcAft>
              <a:buSzPts val="2100"/>
              <a:buNone/>
              <a:defRPr sz="2700"/>
            </a:lvl8pPr>
            <a:lvl9pPr lvl="8">
              <a:spcBef>
                <a:spcPts val="0"/>
              </a:spcBef>
              <a:spcAft>
                <a:spcPts val="0"/>
              </a:spcAft>
              <a:buSzPts val="2100"/>
              <a:buNone/>
              <a:defRPr sz="2700"/>
            </a:lvl9pPr>
          </a:lstStyle>
          <a:p/>
        </p:txBody>
      </p:sp>
      <p:sp>
        <p:nvSpPr>
          <p:cNvPr id="60" name="Google Shape;60;p15"/>
          <p:cNvSpPr txBox="1"/>
          <p:nvPr>
            <p:ph idx="1" type="body"/>
          </p:nvPr>
        </p:nvSpPr>
        <p:spPr>
          <a:xfrm>
            <a:off x="685800" y="2400300"/>
            <a:ext cx="12344400" cy="6789000"/>
          </a:xfrm>
          <a:prstGeom prst="rect">
            <a:avLst/>
          </a:prstGeom>
          <a:noFill/>
          <a:ln>
            <a:noFill/>
          </a:ln>
        </p:spPr>
        <p:txBody>
          <a:bodyPr anchorCtr="0" anchor="t" bIns="68550" lIns="137150" spcFirstLastPara="1" rIns="137150" wrap="square" tIns="68550">
            <a:normAutofit/>
          </a:bodyPr>
          <a:lstStyle>
            <a:lvl1pPr indent="-533400" lvl="0" marL="457200" marR="0" algn="l">
              <a:spcBef>
                <a:spcPts val="1000"/>
              </a:spcBef>
              <a:spcAft>
                <a:spcPts val="0"/>
              </a:spcAft>
              <a:buClr>
                <a:schemeClr val="dk1"/>
              </a:buClr>
              <a:buSzPts val="4800"/>
              <a:buFont typeface="Arial"/>
              <a:buChar char="•"/>
              <a:defRPr b="0" i="0" sz="4800" u="none" cap="none" strike="noStrike">
                <a:solidFill>
                  <a:schemeClr val="dk1"/>
                </a:solidFill>
                <a:latin typeface="Calibri"/>
                <a:ea typeface="Calibri"/>
                <a:cs typeface="Calibri"/>
                <a:sym typeface="Calibri"/>
              </a:defRPr>
            </a:lvl1pPr>
            <a:lvl2pPr indent="-495300" lvl="1" marL="914400" marR="0" algn="l">
              <a:spcBef>
                <a:spcPts val="800"/>
              </a:spcBef>
              <a:spcAft>
                <a:spcPts val="0"/>
              </a:spcAft>
              <a:buClr>
                <a:schemeClr val="dk1"/>
              </a:buClr>
              <a:buSzPts val="4200"/>
              <a:buFont typeface="Arial"/>
              <a:buChar char="–"/>
              <a:defRPr b="0" i="0" sz="4200" u="none" cap="none" strike="noStrike">
                <a:solidFill>
                  <a:schemeClr val="dk1"/>
                </a:solidFill>
                <a:latin typeface="Calibri"/>
                <a:ea typeface="Calibri"/>
                <a:cs typeface="Calibri"/>
                <a:sym typeface="Calibri"/>
              </a:defRPr>
            </a:lvl2pPr>
            <a:lvl3pPr indent="-457200" lvl="2" marL="1371600" marR="0" algn="l">
              <a:spcBef>
                <a:spcPts val="70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3pPr>
            <a:lvl4pPr indent="-419100" lvl="3" marL="1828800" marR="0" algn="l">
              <a:spcBef>
                <a:spcPts val="60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4pPr>
            <a:lvl5pPr indent="-419100" lvl="4" marL="2286000" marR="0" algn="l">
              <a:spcBef>
                <a:spcPts val="60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5pPr>
            <a:lvl6pPr indent="-419100" lvl="5" marL="2743200" marR="0" algn="l">
              <a:spcBef>
                <a:spcPts val="60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6pPr>
            <a:lvl7pPr indent="-419100" lvl="6" marL="3200400" marR="0" algn="l">
              <a:spcBef>
                <a:spcPts val="60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7pPr>
            <a:lvl8pPr indent="-419100" lvl="7" marL="3657600" marR="0" algn="l">
              <a:spcBef>
                <a:spcPts val="60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8pPr>
            <a:lvl9pPr indent="-419100" lvl="8" marL="4114800" marR="0" algn="l">
              <a:spcBef>
                <a:spcPts val="60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9pPr>
          </a:lstStyle>
          <a:p/>
        </p:txBody>
      </p:sp>
      <p:sp>
        <p:nvSpPr>
          <p:cNvPr id="61" name="Google Shape;61;p15"/>
          <p:cNvSpPr txBox="1"/>
          <p:nvPr>
            <p:ph idx="10" type="dt"/>
          </p:nvPr>
        </p:nvSpPr>
        <p:spPr>
          <a:xfrm>
            <a:off x="685800" y="9534525"/>
            <a:ext cx="3200400" cy="547800"/>
          </a:xfrm>
          <a:prstGeom prst="rect">
            <a:avLst/>
          </a:prstGeom>
          <a:noFill/>
          <a:ln>
            <a:noFill/>
          </a:ln>
        </p:spPr>
        <p:txBody>
          <a:bodyPr anchorCtr="0" anchor="ctr" bIns="68550" lIns="137150" spcFirstLastPara="1" rIns="137150" wrap="square" tIns="68550">
            <a:noAutofit/>
          </a:bodyPr>
          <a:lstStyle>
            <a:lvl1pPr lvl="0" marR="0" algn="l">
              <a:spcBef>
                <a:spcPts val="0"/>
              </a:spcBef>
              <a:spcAft>
                <a:spcPts val="0"/>
              </a:spcAft>
              <a:buSzPts val="2100"/>
              <a:buNone/>
              <a:defRPr b="0" i="0" sz="1800" u="none" cap="none" strike="noStrike">
                <a:solidFill>
                  <a:srgbClr val="888888"/>
                </a:solidFill>
                <a:latin typeface="Calibri"/>
                <a:ea typeface="Calibri"/>
                <a:cs typeface="Calibri"/>
                <a:sym typeface="Calibri"/>
              </a:defRPr>
            </a:lvl1pPr>
            <a:lvl2pPr lvl="1" marR="0" algn="l">
              <a:spcBef>
                <a:spcPts val="0"/>
              </a:spcBef>
              <a:spcAft>
                <a:spcPts val="0"/>
              </a:spcAft>
              <a:buSzPts val="2100"/>
              <a:buNone/>
              <a:defRPr b="0" i="0" sz="2700" u="none" cap="none" strike="noStrike">
                <a:solidFill>
                  <a:schemeClr val="dk1"/>
                </a:solidFill>
                <a:latin typeface="Calibri"/>
                <a:ea typeface="Calibri"/>
                <a:cs typeface="Calibri"/>
                <a:sym typeface="Calibri"/>
              </a:defRPr>
            </a:lvl2pPr>
            <a:lvl3pPr lvl="2" marR="0" algn="l">
              <a:spcBef>
                <a:spcPts val="0"/>
              </a:spcBef>
              <a:spcAft>
                <a:spcPts val="0"/>
              </a:spcAft>
              <a:buSzPts val="2100"/>
              <a:buNone/>
              <a:defRPr b="0" i="0" sz="2700" u="none" cap="none" strike="noStrike">
                <a:solidFill>
                  <a:schemeClr val="dk1"/>
                </a:solidFill>
                <a:latin typeface="Calibri"/>
                <a:ea typeface="Calibri"/>
                <a:cs typeface="Calibri"/>
                <a:sym typeface="Calibri"/>
              </a:defRPr>
            </a:lvl3pPr>
            <a:lvl4pPr lvl="3" marR="0" algn="l">
              <a:spcBef>
                <a:spcPts val="0"/>
              </a:spcBef>
              <a:spcAft>
                <a:spcPts val="0"/>
              </a:spcAft>
              <a:buSzPts val="2100"/>
              <a:buNone/>
              <a:defRPr b="0" i="0" sz="2700" u="none" cap="none" strike="noStrike">
                <a:solidFill>
                  <a:schemeClr val="dk1"/>
                </a:solidFill>
                <a:latin typeface="Calibri"/>
                <a:ea typeface="Calibri"/>
                <a:cs typeface="Calibri"/>
                <a:sym typeface="Calibri"/>
              </a:defRPr>
            </a:lvl4pPr>
            <a:lvl5pPr lvl="4" marR="0" algn="l">
              <a:spcBef>
                <a:spcPts val="0"/>
              </a:spcBef>
              <a:spcAft>
                <a:spcPts val="0"/>
              </a:spcAft>
              <a:buSzPts val="2100"/>
              <a:buNone/>
              <a:defRPr b="0" i="0" sz="2700" u="none" cap="none" strike="noStrike">
                <a:solidFill>
                  <a:schemeClr val="dk1"/>
                </a:solidFill>
                <a:latin typeface="Calibri"/>
                <a:ea typeface="Calibri"/>
                <a:cs typeface="Calibri"/>
                <a:sym typeface="Calibri"/>
              </a:defRPr>
            </a:lvl5pPr>
            <a:lvl6pPr lvl="5" marR="0" algn="l">
              <a:spcBef>
                <a:spcPts val="0"/>
              </a:spcBef>
              <a:spcAft>
                <a:spcPts val="0"/>
              </a:spcAft>
              <a:buSzPts val="2100"/>
              <a:buNone/>
              <a:defRPr b="0" i="0" sz="2700" u="none" cap="none" strike="noStrike">
                <a:solidFill>
                  <a:schemeClr val="dk1"/>
                </a:solidFill>
                <a:latin typeface="Calibri"/>
                <a:ea typeface="Calibri"/>
                <a:cs typeface="Calibri"/>
                <a:sym typeface="Calibri"/>
              </a:defRPr>
            </a:lvl6pPr>
            <a:lvl7pPr lvl="6" marR="0" algn="l">
              <a:spcBef>
                <a:spcPts val="0"/>
              </a:spcBef>
              <a:spcAft>
                <a:spcPts val="0"/>
              </a:spcAft>
              <a:buSzPts val="2100"/>
              <a:buNone/>
              <a:defRPr b="0" i="0" sz="2700" u="none" cap="none" strike="noStrike">
                <a:solidFill>
                  <a:schemeClr val="dk1"/>
                </a:solidFill>
                <a:latin typeface="Calibri"/>
                <a:ea typeface="Calibri"/>
                <a:cs typeface="Calibri"/>
                <a:sym typeface="Calibri"/>
              </a:defRPr>
            </a:lvl7pPr>
            <a:lvl8pPr lvl="7" marR="0" algn="l">
              <a:spcBef>
                <a:spcPts val="0"/>
              </a:spcBef>
              <a:spcAft>
                <a:spcPts val="0"/>
              </a:spcAft>
              <a:buSzPts val="2100"/>
              <a:buNone/>
              <a:defRPr b="0" i="0" sz="2700" u="none" cap="none" strike="noStrike">
                <a:solidFill>
                  <a:schemeClr val="dk1"/>
                </a:solidFill>
                <a:latin typeface="Calibri"/>
                <a:ea typeface="Calibri"/>
                <a:cs typeface="Calibri"/>
                <a:sym typeface="Calibri"/>
              </a:defRPr>
            </a:lvl8pPr>
            <a:lvl9pPr lvl="8" marR="0" algn="l">
              <a:spcBef>
                <a:spcPts val="0"/>
              </a:spcBef>
              <a:spcAft>
                <a:spcPts val="0"/>
              </a:spcAft>
              <a:buSzPts val="2100"/>
              <a:buNone/>
              <a:defRPr b="0" i="0" sz="2700" u="none" cap="none" strike="noStrike">
                <a:solidFill>
                  <a:schemeClr val="dk1"/>
                </a:solidFill>
                <a:latin typeface="Calibri"/>
                <a:ea typeface="Calibri"/>
                <a:cs typeface="Calibri"/>
                <a:sym typeface="Calibri"/>
              </a:defRPr>
            </a:lvl9pPr>
          </a:lstStyle>
          <a:p/>
        </p:txBody>
      </p:sp>
      <p:sp>
        <p:nvSpPr>
          <p:cNvPr id="62" name="Google Shape;62;p15"/>
          <p:cNvSpPr txBox="1"/>
          <p:nvPr>
            <p:ph idx="11" type="ftr"/>
          </p:nvPr>
        </p:nvSpPr>
        <p:spPr>
          <a:xfrm>
            <a:off x="4686300" y="9534525"/>
            <a:ext cx="4343400" cy="547800"/>
          </a:xfrm>
          <a:prstGeom prst="rect">
            <a:avLst/>
          </a:prstGeom>
          <a:noFill/>
          <a:ln>
            <a:noFill/>
          </a:ln>
        </p:spPr>
        <p:txBody>
          <a:bodyPr anchorCtr="0" anchor="ctr" bIns="68550" lIns="137150" spcFirstLastPara="1" rIns="137150" wrap="square" tIns="68550">
            <a:noAutofit/>
          </a:bodyPr>
          <a:lstStyle>
            <a:lvl1pPr lvl="0" marR="0" algn="ctr">
              <a:spcBef>
                <a:spcPts val="0"/>
              </a:spcBef>
              <a:spcAft>
                <a:spcPts val="0"/>
              </a:spcAft>
              <a:buSzPts val="2100"/>
              <a:buNone/>
              <a:defRPr b="0" i="0" sz="1800" u="none" cap="none" strike="noStrike">
                <a:solidFill>
                  <a:srgbClr val="888888"/>
                </a:solidFill>
                <a:latin typeface="Calibri"/>
                <a:ea typeface="Calibri"/>
                <a:cs typeface="Calibri"/>
                <a:sym typeface="Calibri"/>
              </a:defRPr>
            </a:lvl1pPr>
            <a:lvl2pPr lvl="1" marR="0" algn="l">
              <a:spcBef>
                <a:spcPts val="0"/>
              </a:spcBef>
              <a:spcAft>
                <a:spcPts val="0"/>
              </a:spcAft>
              <a:buSzPts val="2100"/>
              <a:buNone/>
              <a:defRPr b="0" i="0" sz="2700" u="none" cap="none" strike="noStrike">
                <a:solidFill>
                  <a:schemeClr val="dk1"/>
                </a:solidFill>
                <a:latin typeface="Calibri"/>
                <a:ea typeface="Calibri"/>
                <a:cs typeface="Calibri"/>
                <a:sym typeface="Calibri"/>
              </a:defRPr>
            </a:lvl2pPr>
            <a:lvl3pPr lvl="2" marR="0" algn="l">
              <a:spcBef>
                <a:spcPts val="0"/>
              </a:spcBef>
              <a:spcAft>
                <a:spcPts val="0"/>
              </a:spcAft>
              <a:buSzPts val="2100"/>
              <a:buNone/>
              <a:defRPr b="0" i="0" sz="2700" u="none" cap="none" strike="noStrike">
                <a:solidFill>
                  <a:schemeClr val="dk1"/>
                </a:solidFill>
                <a:latin typeface="Calibri"/>
                <a:ea typeface="Calibri"/>
                <a:cs typeface="Calibri"/>
                <a:sym typeface="Calibri"/>
              </a:defRPr>
            </a:lvl3pPr>
            <a:lvl4pPr lvl="3" marR="0" algn="l">
              <a:spcBef>
                <a:spcPts val="0"/>
              </a:spcBef>
              <a:spcAft>
                <a:spcPts val="0"/>
              </a:spcAft>
              <a:buSzPts val="2100"/>
              <a:buNone/>
              <a:defRPr b="0" i="0" sz="2700" u="none" cap="none" strike="noStrike">
                <a:solidFill>
                  <a:schemeClr val="dk1"/>
                </a:solidFill>
                <a:latin typeface="Calibri"/>
                <a:ea typeface="Calibri"/>
                <a:cs typeface="Calibri"/>
                <a:sym typeface="Calibri"/>
              </a:defRPr>
            </a:lvl4pPr>
            <a:lvl5pPr lvl="4" marR="0" algn="l">
              <a:spcBef>
                <a:spcPts val="0"/>
              </a:spcBef>
              <a:spcAft>
                <a:spcPts val="0"/>
              </a:spcAft>
              <a:buSzPts val="2100"/>
              <a:buNone/>
              <a:defRPr b="0" i="0" sz="2700" u="none" cap="none" strike="noStrike">
                <a:solidFill>
                  <a:schemeClr val="dk1"/>
                </a:solidFill>
                <a:latin typeface="Calibri"/>
                <a:ea typeface="Calibri"/>
                <a:cs typeface="Calibri"/>
                <a:sym typeface="Calibri"/>
              </a:defRPr>
            </a:lvl5pPr>
            <a:lvl6pPr lvl="5" marR="0" algn="l">
              <a:spcBef>
                <a:spcPts val="0"/>
              </a:spcBef>
              <a:spcAft>
                <a:spcPts val="0"/>
              </a:spcAft>
              <a:buSzPts val="2100"/>
              <a:buNone/>
              <a:defRPr b="0" i="0" sz="2700" u="none" cap="none" strike="noStrike">
                <a:solidFill>
                  <a:schemeClr val="dk1"/>
                </a:solidFill>
                <a:latin typeface="Calibri"/>
                <a:ea typeface="Calibri"/>
                <a:cs typeface="Calibri"/>
                <a:sym typeface="Calibri"/>
              </a:defRPr>
            </a:lvl6pPr>
            <a:lvl7pPr lvl="6" marR="0" algn="l">
              <a:spcBef>
                <a:spcPts val="0"/>
              </a:spcBef>
              <a:spcAft>
                <a:spcPts val="0"/>
              </a:spcAft>
              <a:buSzPts val="2100"/>
              <a:buNone/>
              <a:defRPr b="0" i="0" sz="2700" u="none" cap="none" strike="noStrike">
                <a:solidFill>
                  <a:schemeClr val="dk1"/>
                </a:solidFill>
                <a:latin typeface="Calibri"/>
                <a:ea typeface="Calibri"/>
                <a:cs typeface="Calibri"/>
                <a:sym typeface="Calibri"/>
              </a:defRPr>
            </a:lvl7pPr>
            <a:lvl8pPr lvl="7" marR="0" algn="l">
              <a:spcBef>
                <a:spcPts val="0"/>
              </a:spcBef>
              <a:spcAft>
                <a:spcPts val="0"/>
              </a:spcAft>
              <a:buSzPts val="2100"/>
              <a:buNone/>
              <a:defRPr b="0" i="0" sz="2700" u="none" cap="none" strike="noStrike">
                <a:solidFill>
                  <a:schemeClr val="dk1"/>
                </a:solidFill>
                <a:latin typeface="Calibri"/>
                <a:ea typeface="Calibri"/>
                <a:cs typeface="Calibri"/>
                <a:sym typeface="Calibri"/>
              </a:defRPr>
            </a:lvl8pPr>
            <a:lvl9pPr lvl="8" marR="0" algn="l">
              <a:spcBef>
                <a:spcPts val="0"/>
              </a:spcBef>
              <a:spcAft>
                <a:spcPts val="0"/>
              </a:spcAft>
              <a:buSzPts val="2100"/>
              <a:buNone/>
              <a:defRPr b="0" i="0" sz="2700" u="none" cap="none" strike="noStrike">
                <a:solidFill>
                  <a:schemeClr val="dk1"/>
                </a:solidFill>
                <a:latin typeface="Calibri"/>
                <a:ea typeface="Calibri"/>
                <a:cs typeface="Calibri"/>
                <a:sym typeface="Calibri"/>
              </a:defRPr>
            </a:lvl9pPr>
          </a:lstStyle>
          <a:p/>
        </p:txBody>
      </p:sp>
      <p:sp>
        <p:nvSpPr>
          <p:cNvPr id="63" name="Google Shape;63;p15"/>
          <p:cNvSpPr txBox="1"/>
          <p:nvPr>
            <p:ph idx="12" type="sldNum"/>
          </p:nvPr>
        </p:nvSpPr>
        <p:spPr>
          <a:xfrm>
            <a:off x="9829800" y="9534525"/>
            <a:ext cx="3200400" cy="547800"/>
          </a:xfrm>
          <a:prstGeom prst="rect">
            <a:avLst/>
          </a:prstGeom>
          <a:noFill/>
          <a:ln>
            <a:noFill/>
          </a:ln>
        </p:spPr>
        <p:txBody>
          <a:bodyPr anchorCtr="0" anchor="ctr" bIns="68550" lIns="137150" spcFirstLastPara="1" rIns="137150" wrap="square" tIns="68550">
            <a:noAutofit/>
          </a:bodyPr>
          <a:lstStyle>
            <a:lvl1pPr indent="0" lvl="0" marL="0" marR="0" algn="r">
              <a:spcBef>
                <a:spcPts val="0"/>
              </a:spcBef>
              <a:buNone/>
              <a:defRPr b="0" i="0" sz="1800" u="none" cap="none" strike="noStrike">
                <a:solidFill>
                  <a:srgbClr val="888888"/>
                </a:solidFill>
                <a:latin typeface="Calibri"/>
                <a:ea typeface="Calibri"/>
                <a:cs typeface="Calibri"/>
                <a:sym typeface="Calibri"/>
              </a:defRPr>
            </a:lvl1pPr>
            <a:lvl2pPr indent="0" lvl="1" marL="0" marR="0" algn="r">
              <a:spcBef>
                <a:spcPts val="0"/>
              </a:spcBef>
              <a:buNone/>
              <a:defRPr b="0" i="0" sz="1800" u="none" cap="none" strike="noStrike">
                <a:solidFill>
                  <a:srgbClr val="888888"/>
                </a:solidFill>
                <a:latin typeface="Calibri"/>
                <a:ea typeface="Calibri"/>
                <a:cs typeface="Calibri"/>
                <a:sym typeface="Calibri"/>
              </a:defRPr>
            </a:lvl2pPr>
            <a:lvl3pPr indent="0" lvl="2" marL="0" marR="0" algn="r">
              <a:spcBef>
                <a:spcPts val="0"/>
              </a:spcBef>
              <a:buNone/>
              <a:defRPr b="0" i="0" sz="1800" u="none" cap="none" strike="noStrike">
                <a:solidFill>
                  <a:srgbClr val="888888"/>
                </a:solidFill>
                <a:latin typeface="Calibri"/>
                <a:ea typeface="Calibri"/>
                <a:cs typeface="Calibri"/>
                <a:sym typeface="Calibri"/>
              </a:defRPr>
            </a:lvl3pPr>
            <a:lvl4pPr indent="0" lvl="3" marL="0" marR="0" algn="r">
              <a:spcBef>
                <a:spcPts val="0"/>
              </a:spcBef>
              <a:buNone/>
              <a:defRPr b="0" i="0" sz="1800" u="none" cap="none" strike="noStrike">
                <a:solidFill>
                  <a:srgbClr val="888888"/>
                </a:solidFill>
                <a:latin typeface="Calibri"/>
                <a:ea typeface="Calibri"/>
                <a:cs typeface="Calibri"/>
                <a:sym typeface="Calibri"/>
              </a:defRPr>
            </a:lvl4pPr>
            <a:lvl5pPr indent="0" lvl="4" marL="0" marR="0" algn="r">
              <a:spcBef>
                <a:spcPts val="0"/>
              </a:spcBef>
              <a:buNone/>
              <a:defRPr b="0" i="0" sz="1800" u="none" cap="none" strike="noStrike">
                <a:solidFill>
                  <a:srgbClr val="888888"/>
                </a:solidFill>
                <a:latin typeface="Calibri"/>
                <a:ea typeface="Calibri"/>
                <a:cs typeface="Calibri"/>
                <a:sym typeface="Calibri"/>
              </a:defRPr>
            </a:lvl5pPr>
            <a:lvl6pPr indent="0" lvl="5" marL="0" marR="0" algn="r">
              <a:spcBef>
                <a:spcPts val="0"/>
              </a:spcBef>
              <a:buNone/>
              <a:defRPr b="0" i="0" sz="1800" u="none" cap="none" strike="noStrike">
                <a:solidFill>
                  <a:srgbClr val="888888"/>
                </a:solidFill>
                <a:latin typeface="Calibri"/>
                <a:ea typeface="Calibri"/>
                <a:cs typeface="Calibri"/>
                <a:sym typeface="Calibri"/>
              </a:defRPr>
            </a:lvl6pPr>
            <a:lvl7pPr indent="0" lvl="6" marL="0" marR="0" algn="r">
              <a:spcBef>
                <a:spcPts val="0"/>
              </a:spcBef>
              <a:buNone/>
              <a:defRPr b="0" i="0" sz="1800" u="none" cap="none" strike="noStrike">
                <a:solidFill>
                  <a:srgbClr val="888888"/>
                </a:solidFill>
                <a:latin typeface="Calibri"/>
                <a:ea typeface="Calibri"/>
                <a:cs typeface="Calibri"/>
                <a:sym typeface="Calibri"/>
              </a:defRPr>
            </a:lvl7pPr>
            <a:lvl8pPr indent="0" lvl="7" marL="0" marR="0" algn="r">
              <a:spcBef>
                <a:spcPts val="0"/>
              </a:spcBef>
              <a:buNone/>
              <a:defRPr b="0" i="0" sz="1800" u="none" cap="none" strike="noStrike">
                <a:solidFill>
                  <a:srgbClr val="888888"/>
                </a:solidFill>
                <a:latin typeface="Calibri"/>
                <a:ea typeface="Calibri"/>
                <a:cs typeface="Calibri"/>
                <a:sym typeface="Calibri"/>
              </a:defRPr>
            </a:lvl8pPr>
            <a:lvl9pPr indent="0" lvl="8" marL="0" marR="0" algn="r">
              <a:spcBef>
                <a:spcPts val="0"/>
              </a:spcBef>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30.jpg"/><Relationship Id="rId4" Type="http://schemas.openxmlformats.org/officeDocument/2006/relationships/image" Target="../media/image15.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2.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2.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2.png"/><Relationship Id="rId4" Type="http://schemas.openxmlformats.org/officeDocument/2006/relationships/image" Target="../media/image7.png"/><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2.png"/><Relationship Id="rId4" Type="http://schemas.openxmlformats.org/officeDocument/2006/relationships/image" Target="../media/image9.png"/><Relationship Id="rId5"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2.png"/><Relationship Id="rId5"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2.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2.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2.png"/><Relationship Id="rId4" Type="http://schemas.openxmlformats.org/officeDocument/2006/relationships/image" Target="../media/image11.png"/><Relationship Id="rId5"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2.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2.png"/><Relationship Id="rId4" Type="http://schemas.openxmlformats.org/officeDocument/2006/relationships/image" Target="../media/image18.png"/><Relationship Id="rId5"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2.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2.png"/><Relationship Id="rId4" Type="http://schemas.openxmlformats.org/officeDocument/2006/relationships/image" Target="../media/image20.png"/><Relationship Id="rId5"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2.png"/><Relationship Id="rId4" Type="http://schemas.openxmlformats.org/officeDocument/2006/relationships/image" Target="../media/image20.png"/><Relationship Id="rId5"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2.png"/><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3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32.png"/><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4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4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 Id="rId3"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 Id="rId3" Type="http://schemas.openxmlformats.org/officeDocument/2006/relationships/image" Target="../media/image2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 Id="rId3"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4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2.png"/><Relationship Id="rId4" Type="http://schemas.openxmlformats.org/officeDocument/2006/relationships/image" Target="../media/image4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2.png"/><Relationship Id="rId4" Type="http://schemas.openxmlformats.org/officeDocument/2006/relationships/image" Target="../media/image4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2.png"/><Relationship Id="rId4" Type="http://schemas.openxmlformats.org/officeDocument/2006/relationships/image" Target="../media/image5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2.png"/><Relationship Id="rId4" Type="http://schemas.openxmlformats.org/officeDocument/2006/relationships/image" Target="../media/image4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51.png"/><Relationship Id="rId4" Type="http://schemas.openxmlformats.org/officeDocument/2006/relationships/image" Target="../media/image3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51.png"/><Relationship Id="rId4" Type="http://schemas.openxmlformats.org/officeDocument/2006/relationships/image" Target="../media/image3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52.png"/><Relationship Id="rId4" Type="http://schemas.openxmlformats.org/officeDocument/2006/relationships/image" Target="../media/image4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52.png"/><Relationship Id="rId4" Type="http://schemas.openxmlformats.org/officeDocument/2006/relationships/image" Target="../media/image4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22.png"/><Relationship Id="rId4" Type="http://schemas.openxmlformats.org/officeDocument/2006/relationships/hyperlink" Target="http://www.youtube.com/watch?v=p9YUjzmiiSk" TargetMode="External"/><Relationship Id="rId5" Type="http://schemas.openxmlformats.org/officeDocument/2006/relationships/image" Target="../media/image49.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2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id="137" name="Google Shape;137;p27"/>
          <p:cNvPicPr preferRelativeResize="0"/>
          <p:nvPr/>
        </p:nvPicPr>
        <p:blipFill>
          <a:blip r:embed="rId3">
            <a:alphaModFix/>
          </a:blip>
          <a:stretch>
            <a:fillRect/>
          </a:stretch>
        </p:blipFill>
        <p:spPr>
          <a:xfrm>
            <a:off x="0" y="8435"/>
            <a:ext cx="24383997" cy="13699128"/>
          </a:xfrm>
          <a:prstGeom prst="rect">
            <a:avLst/>
          </a:prstGeom>
          <a:noFill/>
          <a:ln>
            <a:noFill/>
          </a:ln>
        </p:spPr>
      </p:pic>
      <p:pic>
        <p:nvPicPr>
          <p:cNvPr id="138" name="Google Shape;138;p27"/>
          <p:cNvPicPr preferRelativeResize="0"/>
          <p:nvPr/>
        </p:nvPicPr>
        <p:blipFill>
          <a:blip r:embed="rId4">
            <a:alphaModFix/>
          </a:blip>
          <a:stretch>
            <a:fillRect/>
          </a:stretch>
        </p:blipFill>
        <p:spPr>
          <a:xfrm>
            <a:off x="0" y="0"/>
            <a:ext cx="24384000" cy="13716000"/>
          </a:xfrm>
          <a:prstGeom prst="rect">
            <a:avLst/>
          </a:prstGeom>
          <a:noFill/>
          <a:ln>
            <a:noFill/>
          </a:ln>
        </p:spPr>
      </p:pic>
      <p:sp>
        <p:nvSpPr>
          <p:cNvPr id="139" name="Google Shape;139;p27"/>
          <p:cNvSpPr/>
          <p:nvPr/>
        </p:nvSpPr>
        <p:spPr>
          <a:xfrm>
            <a:off x="0" y="11393600"/>
            <a:ext cx="24384000" cy="2322300"/>
          </a:xfrm>
          <a:prstGeom prst="rect">
            <a:avLst/>
          </a:prstGeom>
          <a:solidFill>
            <a:srgbClr val="6D8D22"/>
          </a:solidFill>
          <a:ln>
            <a:noFill/>
          </a:ln>
        </p:spPr>
        <p:txBody>
          <a:bodyPr anchorCtr="0" anchor="ctr" bIns="243800" lIns="243800" spcFirstLastPara="1" rIns="243800" wrap="square" tIns="243800">
            <a:noAutofit/>
          </a:bodyPr>
          <a:lstStyle/>
          <a:p>
            <a:pPr indent="0" lvl="0" marL="0" rtl="0" algn="l">
              <a:spcBef>
                <a:spcPts val="0"/>
              </a:spcBef>
              <a:spcAft>
                <a:spcPts val="0"/>
              </a:spcAft>
              <a:buNone/>
            </a:pPr>
            <a:r>
              <a:t/>
            </a:r>
            <a:endParaRPr/>
          </a:p>
        </p:txBody>
      </p:sp>
      <p:pic>
        <p:nvPicPr>
          <p:cNvPr id="140" name="Google Shape;140;p27"/>
          <p:cNvPicPr preferRelativeResize="0"/>
          <p:nvPr/>
        </p:nvPicPr>
        <p:blipFill>
          <a:blip r:embed="rId5">
            <a:alphaModFix/>
          </a:blip>
          <a:stretch>
            <a:fillRect/>
          </a:stretch>
        </p:blipFill>
        <p:spPr>
          <a:xfrm>
            <a:off x="7768867" y="11729398"/>
            <a:ext cx="8846201" cy="1650866"/>
          </a:xfrm>
          <a:prstGeom prst="rect">
            <a:avLst/>
          </a:prstGeom>
          <a:noFill/>
          <a:ln>
            <a:noFill/>
          </a:ln>
        </p:spPr>
      </p:pic>
      <p:sp>
        <p:nvSpPr>
          <p:cNvPr id="141" name="Google Shape;141;p27"/>
          <p:cNvSpPr txBox="1"/>
          <p:nvPr/>
        </p:nvSpPr>
        <p:spPr>
          <a:xfrm>
            <a:off x="4100400" y="1893133"/>
            <a:ext cx="17874300" cy="7248000"/>
          </a:xfrm>
          <a:prstGeom prst="rect">
            <a:avLst/>
          </a:prstGeom>
          <a:noFill/>
          <a:ln>
            <a:noFill/>
          </a:ln>
        </p:spPr>
        <p:txBody>
          <a:bodyPr anchorCtr="0" anchor="t" bIns="243800" lIns="243800" spcFirstLastPara="1" rIns="243800" wrap="square" tIns="243800">
            <a:noAutofit/>
          </a:bodyPr>
          <a:lstStyle/>
          <a:p>
            <a:pPr indent="0" lvl="0" marL="0" rtl="0" algn="l">
              <a:spcBef>
                <a:spcPts val="0"/>
              </a:spcBef>
              <a:spcAft>
                <a:spcPts val="0"/>
              </a:spcAft>
              <a:buNone/>
            </a:pPr>
            <a:r>
              <a:t/>
            </a:r>
            <a:endParaRPr sz="3700">
              <a:latin typeface="Lato"/>
              <a:ea typeface="Lato"/>
              <a:cs typeface="Lato"/>
              <a:sym typeface="Lato"/>
            </a:endParaRPr>
          </a:p>
        </p:txBody>
      </p:sp>
      <p:sp>
        <p:nvSpPr>
          <p:cNvPr id="142" name="Google Shape;142;p27"/>
          <p:cNvSpPr txBox="1"/>
          <p:nvPr/>
        </p:nvSpPr>
        <p:spPr>
          <a:xfrm>
            <a:off x="0" y="1458933"/>
            <a:ext cx="24384000" cy="7116000"/>
          </a:xfrm>
          <a:prstGeom prst="rect">
            <a:avLst/>
          </a:prstGeom>
          <a:noFill/>
          <a:ln>
            <a:noFill/>
          </a:ln>
        </p:spPr>
        <p:txBody>
          <a:bodyPr anchorCtr="0" anchor="t" bIns="243800" lIns="243800" spcFirstLastPara="1" rIns="243800" wrap="square" tIns="243800">
            <a:noAutofit/>
          </a:bodyPr>
          <a:lstStyle/>
          <a:p>
            <a:pPr indent="0" lvl="0" marL="0" rtl="0" algn="ctr">
              <a:spcBef>
                <a:spcPts val="0"/>
              </a:spcBef>
              <a:spcAft>
                <a:spcPts val="0"/>
              </a:spcAft>
              <a:buNone/>
            </a:pPr>
            <a:r>
              <a:t/>
            </a:r>
            <a:endParaRPr b="1" i="1" sz="9600">
              <a:solidFill>
                <a:srgbClr val="FFFFFF"/>
              </a:solidFill>
              <a:latin typeface="Archivo Narrow"/>
              <a:ea typeface="Archivo Narrow"/>
              <a:cs typeface="Archivo Narrow"/>
              <a:sym typeface="Archivo Narrow"/>
            </a:endParaRPr>
          </a:p>
          <a:p>
            <a:pPr indent="0" lvl="0" marL="0" rtl="0" algn="ctr">
              <a:spcBef>
                <a:spcPts val="0"/>
              </a:spcBef>
              <a:spcAft>
                <a:spcPts val="0"/>
              </a:spcAft>
              <a:buNone/>
            </a:pPr>
            <a:r>
              <a:rPr b="1" i="1" lang="en-US" sz="12800">
                <a:solidFill>
                  <a:srgbClr val="FFFFFF"/>
                </a:solidFill>
                <a:latin typeface="Archivo Narrow"/>
                <a:ea typeface="Archivo Narrow"/>
                <a:cs typeface="Archivo Narrow"/>
                <a:sym typeface="Archivo Narrow"/>
              </a:rPr>
              <a:t>BA 336</a:t>
            </a:r>
            <a:endParaRPr b="1" i="1" sz="12800">
              <a:solidFill>
                <a:srgbClr val="FFFFFF"/>
              </a:solidFill>
              <a:latin typeface="Archivo Narrow"/>
              <a:ea typeface="Archivo Narrow"/>
              <a:cs typeface="Archivo Narrow"/>
              <a:sym typeface="Archivo Narrow"/>
            </a:endParaRPr>
          </a:p>
          <a:p>
            <a:pPr indent="0" lvl="0" marL="0" rtl="0" algn="ctr">
              <a:spcBef>
                <a:spcPts val="0"/>
              </a:spcBef>
              <a:spcAft>
                <a:spcPts val="0"/>
              </a:spcAft>
              <a:buNone/>
            </a:pPr>
            <a:r>
              <a:t/>
            </a:r>
            <a:endParaRPr b="1" sz="3200">
              <a:solidFill>
                <a:srgbClr val="FFFFFF"/>
              </a:solidFill>
              <a:latin typeface="Archivo Narrow"/>
              <a:ea typeface="Archivo Narrow"/>
              <a:cs typeface="Archivo Narrow"/>
              <a:sym typeface="Archivo Narrow"/>
            </a:endParaRPr>
          </a:p>
          <a:p>
            <a:pPr indent="0" lvl="0" marL="0" rtl="0" algn="ctr">
              <a:spcBef>
                <a:spcPts val="0"/>
              </a:spcBef>
              <a:spcAft>
                <a:spcPts val="0"/>
              </a:spcAft>
              <a:buNone/>
            </a:pPr>
            <a:r>
              <a:rPr b="1" lang="en-US" sz="4500">
                <a:solidFill>
                  <a:srgbClr val="FFFFFF"/>
                </a:solidFill>
                <a:latin typeface="Archivo"/>
                <a:ea typeface="Archivo"/>
                <a:cs typeface="Archivo"/>
                <a:sym typeface="Archivo"/>
              </a:rPr>
              <a:t>Essentials of Information Technology</a:t>
            </a:r>
            <a:endParaRPr b="1" sz="4500">
              <a:solidFill>
                <a:srgbClr val="FFFFFF"/>
              </a:solidFill>
              <a:latin typeface="Archivo"/>
              <a:ea typeface="Archivo"/>
              <a:cs typeface="Archivo"/>
              <a:sym typeface="Archivo"/>
            </a:endParaRPr>
          </a:p>
          <a:p>
            <a:pPr indent="0" lvl="0" marL="0" rtl="0" algn="ctr">
              <a:spcBef>
                <a:spcPts val="0"/>
              </a:spcBef>
              <a:spcAft>
                <a:spcPts val="0"/>
              </a:spcAft>
              <a:buNone/>
            </a:pPr>
            <a:r>
              <a:t/>
            </a:r>
            <a:endParaRPr b="1" sz="3200">
              <a:solidFill>
                <a:srgbClr val="FFFFFF"/>
              </a:solidFill>
              <a:latin typeface="Archivo"/>
              <a:ea typeface="Archivo"/>
              <a:cs typeface="Archivo"/>
              <a:sym typeface="Archivo"/>
            </a:endParaRPr>
          </a:p>
          <a:p>
            <a:pPr indent="0" lvl="0" marL="0" rtl="0" algn="ctr">
              <a:spcBef>
                <a:spcPts val="0"/>
              </a:spcBef>
              <a:spcAft>
                <a:spcPts val="0"/>
              </a:spcAft>
              <a:buNone/>
            </a:pPr>
            <a:r>
              <a:rPr b="1" lang="en-US" sz="3200">
                <a:solidFill>
                  <a:srgbClr val="FFFFFF"/>
                </a:solidFill>
                <a:latin typeface="Archivo"/>
                <a:ea typeface="Archivo"/>
                <a:cs typeface="Archivo"/>
                <a:sym typeface="Archivo"/>
              </a:rPr>
              <a:t>October 14, 2026</a:t>
            </a:r>
            <a:endParaRPr b="1" sz="3200">
              <a:solidFill>
                <a:srgbClr val="FFFFFF"/>
              </a:solidFill>
              <a:latin typeface="Archivo"/>
              <a:ea typeface="Archivo"/>
              <a:cs typeface="Archivo"/>
              <a:sym typeface="Archivo"/>
            </a:endParaRPr>
          </a:p>
          <a:p>
            <a:pPr indent="0" lvl="0" marL="0" rtl="0" algn="ctr">
              <a:spcBef>
                <a:spcPts val="0"/>
              </a:spcBef>
              <a:spcAft>
                <a:spcPts val="0"/>
              </a:spcAft>
              <a:buNone/>
            </a:pPr>
            <a:r>
              <a:t/>
            </a:r>
            <a:endParaRPr b="1" sz="3200">
              <a:solidFill>
                <a:srgbClr val="6D8D22"/>
              </a:solidFill>
              <a:latin typeface="Archivo Narrow"/>
              <a:ea typeface="Archivo Narrow"/>
              <a:cs typeface="Archivo Narrow"/>
              <a:sym typeface="Archivo Narrow"/>
            </a:endParaRPr>
          </a:p>
          <a:p>
            <a:pPr indent="0" lvl="0" marL="0" rtl="0" algn="ctr">
              <a:spcBef>
                <a:spcPts val="0"/>
              </a:spcBef>
              <a:spcAft>
                <a:spcPts val="0"/>
              </a:spcAft>
              <a:buNone/>
            </a:pPr>
            <a:r>
              <a:t/>
            </a:r>
            <a:endParaRPr b="1" sz="3200">
              <a:solidFill>
                <a:srgbClr val="6D8D22"/>
              </a:solidFill>
              <a:latin typeface="Archivo Narrow"/>
              <a:ea typeface="Archivo Narrow"/>
              <a:cs typeface="Archivo Narrow"/>
              <a:sym typeface="Archivo Narrow"/>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alpha val="0"/>
          </a:schemeClr>
        </a:solidFill>
      </p:bgPr>
    </p:bg>
    <p:spTree>
      <p:nvGrpSpPr>
        <p:cNvPr id="146" name="Shape 146"/>
        <p:cNvGrpSpPr/>
        <p:nvPr/>
      </p:nvGrpSpPr>
      <p:grpSpPr>
        <a:xfrm>
          <a:off x="0" y="0"/>
          <a:ext cx="0" cy="0"/>
          <a:chOff x="0" y="0"/>
          <a:chExt cx="0" cy="0"/>
        </a:xfrm>
      </p:grpSpPr>
      <p:pic>
        <p:nvPicPr>
          <p:cNvPr id="147" name="Google Shape;147;p28"/>
          <p:cNvPicPr preferRelativeResize="0"/>
          <p:nvPr/>
        </p:nvPicPr>
        <p:blipFill rotWithShape="1">
          <a:blip r:embed="rId3">
            <a:alphaModFix/>
          </a:blip>
          <a:srcRect b="1579" l="0" r="0" t="1569"/>
          <a:stretch/>
        </p:blipFill>
        <p:spPr>
          <a:xfrm>
            <a:off x="342431" y="499915"/>
            <a:ext cx="547744" cy="541653"/>
          </a:xfrm>
          <a:prstGeom prst="rect">
            <a:avLst/>
          </a:prstGeom>
          <a:noFill/>
          <a:ln>
            <a:noFill/>
          </a:ln>
        </p:spPr>
      </p:pic>
      <p:sp>
        <p:nvSpPr>
          <p:cNvPr id="148" name="Google Shape;148;p28"/>
          <p:cNvSpPr txBox="1"/>
          <p:nvPr/>
        </p:nvSpPr>
        <p:spPr>
          <a:xfrm>
            <a:off x="1224212" y="549243"/>
            <a:ext cx="8083500" cy="40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2600"/>
              <a:buFont typeface="Arial"/>
              <a:buNone/>
            </a:pPr>
            <a:r>
              <a:rPr b="1" lang="en-US" sz="2600">
                <a:solidFill>
                  <a:schemeClr val="dk2"/>
                </a:solidFill>
                <a:latin typeface="Archivo"/>
                <a:ea typeface="Archivo"/>
                <a:cs typeface="Archivo"/>
                <a:sym typeface="Archivo"/>
              </a:rPr>
              <a:t>BA 336: Essentials of Information Systems</a:t>
            </a:r>
            <a:endParaRPr b="1" i="0" sz="2600" u="none" cap="none" strike="noStrike">
              <a:solidFill>
                <a:schemeClr val="dk2"/>
              </a:solidFill>
              <a:latin typeface="Archivo"/>
              <a:ea typeface="Archivo"/>
              <a:cs typeface="Archivo"/>
              <a:sym typeface="Archivo"/>
            </a:endParaRPr>
          </a:p>
        </p:txBody>
      </p:sp>
      <p:sp>
        <p:nvSpPr>
          <p:cNvPr id="149" name="Google Shape;149;p28"/>
          <p:cNvSpPr txBox="1"/>
          <p:nvPr/>
        </p:nvSpPr>
        <p:spPr>
          <a:xfrm>
            <a:off x="4334550" y="5139963"/>
            <a:ext cx="15714900" cy="3845400"/>
          </a:xfrm>
          <a:prstGeom prst="rect">
            <a:avLst/>
          </a:prstGeom>
          <a:noFill/>
          <a:ln>
            <a:noFill/>
          </a:ln>
        </p:spPr>
        <p:txBody>
          <a:bodyPr anchorCtr="0" anchor="t" bIns="0" lIns="0" spcFirstLastPara="1" rIns="0" wrap="square" tIns="0">
            <a:noAutofit/>
          </a:bodyPr>
          <a:lstStyle/>
          <a:p>
            <a:pPr indent="0" lvl="0" marL="0" marR="0" rtl="0" algn="ctr">
              <a:lnSpc>
                <a:spcPct val="80000"/>
              </a:lnSpc>
              <a:spcBef>
                <a:spcPts val="0"/>
              </a:spcBef>
              <a:spcAft>
                <a:spcPts val="0"/>
              </a:spcAft>
              <a:buClr>
                <a:schemeClr val="accent1"/>
              </a:buClr>
              <a:buSzPts val="10000"/>
              <a:buFont typeface="Arial"/>
              <a:buNone/>
            </a:pPr>
            <a:r>
              <a:rPr b="1" i="1" lang="en-US" sz="9000">
                <a:solidFill>
                  <a:schemeClr val="accent1"/>
                </a:solidFill>
                <a:latin typeface="Archivo Narrow"/>
                <a:ea typeface="Archivo Narrow"/>
                <a:cs typeface="Archivo Narrow"/>
                <a:sym typeface="Archivo Narrow"/>
              </a:rPr>
              <a:t>Attendance</a:t>
            </a:r>
            <a:endParaRPr sz="9000">
              <a:latin typeface="Archivo Narrow"/>
              <a:ea typeface="Archivo Narrow"/>
              <a:cs typeface="Archivo Narrow"/>
              <a:sym typeface="Archivo Narrow"/>
            </a:endParaRPr>
          </a:p>
        </p:txBody>
      </p:sp>
      <p:sp>
        <p:nvSpPr>
          <p:cNvPr id="150" name="Google Shape;150;p28"/>
          <p:cNvSpPr txBox="1"/>
          <p:nvPr/>
        </p:nvSpPr>
        <p:spPr>
          <a:xfrm>
            <a:off x="1217693" y="4823925"/>
            <a:ext cx="18968400" cy="8463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accent1"/>
              </a:buClr>
              <a:buSzPts val="4000"/>
              <a:buFont typeface="Ultra"/>
              <a:buNone/>
            </a:pPr>
            <a:r>
              <a:t/>
            </a:r>
            <a:endParaRPr b="1" sz="4200">
              <a:latin typeface="Archivo Narrow"/>
              <a:ea typeface="Archivo Narrow"/>
              <a:cs typeface="Archivo Narrow"/>
              <a:sym typeface="Archivo Narrow"/>
            </a:endParaRPr>
          </a:p>
        </p:txBody>
      </p:sp>
      <p:sp>
        <p:nvSpPr>
          <p:cNvPr id="151" name="Google Shape;151;p28" title="Green footer bar with page number"/>
          <p:cNvSpPr/>
          <p:nvPr/>
        </p:nvSpPr>
        <p:spPr>
          <a:xfrm>
            <a:off x="0" y="13175866"/>
            <a:ext cx="24384000" cy="54870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id="152" name="Google Shape;152;p28"/>
          <p:cNvSpPr txBox="1"/>
          <p:nvPr/>
        </p:nvSpPr>
        <p:spPr>
          <a:xfrm>
            <a:off x="23835359" y="13175866"/>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2000"/>
              <a:buFont typeface="Arial"/>
              <a:buNone/>
            </a:pPr>
            <a:fld id="{00000000-1234-1234-1234-123412341234}" type="slidenum">
              <a:rPr b="1" i="0" lang="en-US" sz="2000" u="none" cap="none" strike="noStrike">
                <a:solidFill>
                  <a:schemeClr val="accent1"/>
                </a:solidFill>
                <a:latin typeface="Arial"/>
                <a:ea typeface="Arial"/>
                <a:cs typeface="Arial"/>
                <a:sym typeface="Arial"/>
              </a:rPr>
              <a:t>‹#›</a:t>
            </a:fld>
            <a:endParaRPr b="1" i="0" sz="2000" u="none" cap="none" strike="noStrike">
              <a:solidFill>
                <a:schemeClr val="accen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alpha val="0"/>
          </a:schemeClr>
        </a:solidFill>
      </p:bgPr>
    </p:bg>
    <p:spTree>
      <p:nvGrpSpPr>
        <p:cNvPr id="156" name="Shape 156"/>
        <p:cNvGrpSpPr/>
        <p:nvPr/>
      </p:nvGrpSpPr>
      <p:grpSpPr>
        <a:xfrm>
          <a:off x="0" y="0"/>
          <a:ext cx="0" cy="0"/>
          <a:chOff x="0" y="0"/>
          <a:chExt cx="0" cy="0"/>
        </a:xfrm>
      </p:grpSpPr>
      <p:pic>
        <p:nvPicPr>
          <p:cNvPr id="157" name="Google Shape;157;p29"/>
          <p:cNvPicPr preferRelativeResize="0"/>
          <p:nvPr/>
        </p:nvPicPr>
        <p:blipFill rotWithShape="1">
          <a:blip r:embed="rId3">
            <a:alphaModFix/>
          </a:blip>
          <a:srcRect b="1579" l="0" r="0" t="1569"/>
          <a:stretch/>
        </p:blipFill>
        <p:spPr>
          <a:xfrm>
            <a:off x="342431" y="499915"/>
            <a:ext cx="547744" cy="541653"/>
          </a:xfrm>
          <a:prstGeom prst="rect">
            <a:avLst/>
          </a:prstGeom>
          <a:noFill/>
          <a:ln>
            <a:noFill/>
          </a:ln>
        </p:spPr>
      </p:pic>
      <p:sp>
        <p:nvSpPr>
          <p:cNvPr id="158" name="Google Shape;158;p29"/>
          <p:cNvSpPr txBox="1"/>
          <p:nvPr/>
        </p:nvSpPr>
        <p:spPr>
          <a:xfrm>
            <a:off x="1224212" y="549243"/>
            <a:ext cx="8083354" cy="40011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2600"/>
              <a:buFont typeface="Arial"/>
              <a:buNone/>
            </a:pPr>
            <a:r>
              <a:rPr b="1" lang="en-US" sz="2600">
                <a:solidFill>
                  <a:schemeClr val="dk2"/>
                </a:solidFill>
                <a:latin typeface="Archivo"/>
                <a:ea typeface="Archivo"/>
                <a:cs typeface="Archivo"/>
                <a:sym typeface="Archivo"/>
              </a:rPr>
              <a:t>BA 336: Essentials of Information Systems</a:t>
            </a:r>
            <a:endParaRPr b="1" i="0" sz="2600" u="none" cap="none" strike="noStrike">
              <a:solidFill>
                <a:schemeClr val="dk2"/>
              </a:solidFill>
              <a:latin typeface="Archivo"/>
              <a:ea typeface="Archivo"/>
              <a:cs typeface="Archivo"/>
              <a:sym typeface="Archivo"/>
            </a:endParaRPr>
          </a:p>
        </p:txBody>
      </p:sp>
      <p:sp>
        <p:nvSpPr>
          <p:cNvPr id="159" name="Google Shape;159;p29"/>
          <p:cNvSpPr txBox="1"/>
          <p:nvPr/>
        </p:nvSpPr>
        <p:spPr>
          <a:xfrm>
            <a:off x="1217700" y="1929175"/>
            <a:ext cx="9681300" cy="15234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chemeClr val="accent1"/>
              </a:buClr>
              <a:buSzPts val="10000"/>
              <a:buFont typeface="Arial"/>
              <a:buNone/>
            </a:pPr>
            <a:r>
              <a:rPr b="1" i="1" lang="en-US" sz="9000">
                <a:solidFill>
                  <a:schemeClr val="accent1"/>
                </a:solidFill>
                <a:latin typeface="Archivo Narrow"/>
                <a:ea typeface="Archivo Narrow"/>
                <a:cs typeface="Archivo Narrow"/>
                <a:sym typeface="Archivo Narrow"/>
              </a:rPr>
              <a:t>Agenda</a:t>
            </a:r>
            <a:endParaRPr sz="9000">
              <a:latin typeface="Archivo Narrow"/>
              <a:ea typeface="Archivo Narrow"/>
              <a:cs typeface="Archivo Narrow"/>
              <a:sym typeface="Archivo Narrow"/>
            </a:endParaRPr>
          </a:p>
        </p:txBody>
      </p:sp>
      <p:sp>
        <p:nvSpPr>
          <p:cNvPr id="160" name="Google Shape;160;p29"/>
          <p:cNvSpPr txBox="1"/>
          <p:nvPr/>
        </p:nvSpPr>
        <p:spPr>
          <a:xfrm>
            <a:off x="1217693" y="4823925"/>
            <a:ext cx="18968400" cy="8463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accent1"/>
              </a:buClr>
              <a:buSzPts val="4000"/>
              <a:buFont typeface="Ultra"/>
              <a:buNone/>
            </a:pPr>
            <a:r>
              <a:t/>
            </a:r>
            <a:endParaRPr b="1" sz="4200">
              <a:latin typeface="Archivo Narrow"/>
              <a:ea typeface="Archivo Narrow"/>
              <a:cs typeface="Archivo Narrow"/>
              <a:sym typeface="Archivo Narrow"/>
            </a:endParaRPr>
          </a:p>
        </p:txBody>
      </p:sp>
      <p:sp>
        <p:nvSpPr>
          <p:cNvPr id="161" name="Google Shape;161;p29"/>
          <p:cNvSpPr txBox="1"/>
          <p:nvPr/>
        </p:nvSpPr>
        <p:spPr>
          <a:xfrm>
            <a:off x="1040200" y="3624000"/>
            <a:ext cx="9966600" cy="7682100"/>
          </a:xfrm>
          <a:prstGeom prst="rect">
            <a:avLst/>
          </a:prstGeom>
          <a:noFill/>
          <a:ln>
            <a:noFill/>
          </a:ln>
        </p:spPr>
        <p:txBody>
          <a:bodyPr anchorCtr="0" anchor="t" bIns="0" lIns="0" spcFirstLastPara="1" rIns="0" wrap="square" tIns="0">
            <a:noAutofit/>
          </a:bodyPr>
          <a:lstStyle/>
          <a:p>
            <a:pPr indent="-482600" lvl="0" marL="457200" marR="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Week in Review: homework, grades, etc.</a:t>
            </a:r>
            <a:endParaRPr sz="4000">
              <a:solidFill>
                <a:schemeClr val="dk2"/>
              </a:solidFill>
              <a:latin typeface="Archivo"/>
              <a:ea typeface="Archivo"/>
              <a:cs typeface="Archivo"/>
              <a:sym typeface="Archivo"/>
            </a:endParaRPr>
          </a:p>
          <a:p>
            <a:pPr indent="-482600" lvl="0" marL="45720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Reminder: </a:t>
            </a:r>
            <a:r>
              <a:rPr lang="en-US" sz="4000">
                <a:solidFill>
                  <a:schemeClr val="dk2"/>
                </a:solidFill>
                <a:latin typeface="Archivo"/>
                <a:ea typeface="Archivo"/>
                <a:cs typeface="Archivo"/>
                <a:sym typeface="Archivo"/>
              </a:rPr>
              <a:t>Mid-term Exam (Week 5)</a:t>
            </a:r>
            <a:endParaRPr sz="4000">
              <a:solidFill>
                <a:schemeClr val="dk2"/>
              </a:solidFill>
              <a:latin typeface="Archivo"/>
              <a:ea typeface="Archivo"/>
              <a:cs typeface="Archivo"/>
              <a:sym typeface="Archivo"/>
            </a:endParaRPr>
          </a:p>
          <a:p>
            <a:pPr indent="-482600" lvl="0" marL="45720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Preview of Comparative Analysis</a:t>
            </a:r>
            <a:endParaRPr sz="4000">
              <a:solidFill>
                <a:schemeClr val="dk2"/>
              </a:solidFill>
              <a:latin typeface="Archivo"/>
              <a:ea typeface="Archivo"/>
              <a:cs typeface="Archivo"/>
              <a:sym typeface="Archivo"/>
            </a:endParaRPr>
          </a:p>
          <a:p>
            <a:pPr indent="-482600" lvl="0" marL="457200" marR="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Sheet Happens! </a:t>
            </a:r>
            <a:endParaRPr sz="4000">
              <a:solidFill>
                <a:schemeClr val="dk2"/>
              </a:solidFill>
              <a:latin typeface="Archivo"/>
              <a:ea typeface="Archivo"/>
              <a:cs typeface="Archivo"/>
              <a:sym typeface="Archivo"/>
            </a:endParaRPr>
          </a:p>
          <a:p>
            <a:pPr indent="-482600" lvl="0" marL="457200" marR="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Key Excel Functions (vlookup, IF)</a:t>
            </a:r>
            <a:endParaRPr sz="4000">
              <a:solidFill>
                <a:schemeClr val="dk2"/>
              </a:solidFill>
              <a:latin typeface="Archivo"/>
              <a:ea typeface="Archivo"/>
              <a:cs typeface="Archivo"/>
              <a:sym typeface="Archivo"/>
            </a:endParaRPr>
          </a:p>
          <a:p>
            <a:pPr indent="-482600" lvl="0" marL="457200" marR="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Network effects (this week)</a:t>
            </a:r>
            <a:endParaRPr sz="3200">
              <a:solidFill>
                <a:schemeClr val="dk2"/>
              </a:solidFill>
              <a:latin typeface="Archivo"/>
              <a:ea typeface="Archivo"/>
              <a:cs typeface="Archivo"/>
              <a:sym typeface="Archivo"/>
            </a:endParaRPr>
          </a:p>
        </p:txBody>
      </p:sp>
      <p:sp>
        <p:nvSpPr>
          <p:cNvPr id="162" name="Google Shape;162;p29" title="Green footer bar with page number"/>
          <p:cNvSpPr/>
          <p:nvPr/>
        </p:nvSpPr>
        <p:spPr>
          <a:xfrm>
            <a:off x="0" y="13175866"/>
            <a:ext cx="24384001" cy="54864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id="163" name="Google Shape;163;p29"/>
          <p:cNvSpPr txBox="1"/>
          <p:nvPr/>
        </p:nvSpPr>
        <p:spPr>
          <a:xfrm>
            <a:off x="23835359" y="13175866"/>
            <a:ext cx="548640" cy="54864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2000"/>
              <a:buFont typeface="Arial"/>
              <a:buNone/>
            </a:pPr>
            <a:fld id="{00000000-1234-1234-1234-123412341234}" type="slidenum">
              <a:rPr b="1" i="0" lang="en-US" sz="2000" u="none" cap="none" strike="noStrike">
                <a:solidFill>
                  <a:schemeClr val="accent1"/>
                </a:solidFill>
                <a:latin typeface="Arial"/>
                <a:ea typeface="Arial"/>
                <a:cs typeface="Arial"/>
                <a:sym typeface="Arial"/>
              </a:rPr>
              <a:t>‹#›</a:t>
            </a:fld>
            <a:endParaRPr b="1" i="0" sz="2000" u="none" cap="none" strike="noStrike">
              <a:solidFill>
                <a:schemeClr val="accent1"/>
              </a:solidFill>
              <a:latin typeface="Arial"/>
              <a:ea typeface="Arial"/>
              <a:cs typeface="Arial"/>
              <a:sym typeface="Arial"/>
            </a:endParaRPr>
          </a:p>
        </p:txBody>
      </p:sp>
      <p:pic>
        <p:nvPicPr>
          <p:cNvPr id="164" name="Google Shape;164;p29"/>
          <p:cNvPicPr preferRelativeResize="0"/>
          <p:nvPr/>
        </p:nvPicPr>
        <p:blipFill>
          <a:blip r:embed="rId4">
            <a:alphaModFix/>
          </a:blip>
          <a:stretch>
            <a:fillRect/>
          </a:stretch>
        </p:blipFill>
        <p:spPr>
          <a:xfrm>
            <a:off x="11398625" y="3624012"/>
            <a:ext cx="12048026" cy="75300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8" name="Shape 168"/>
        <p:cNvGrpSpPr/>
        <p:nvPr/>
      </p:nvGrpSpPr>
      <p:grpSpPr>
        <a:xfrm>
          <a:off x="0" y="0"/>
          <a:ext cx="0" cy="0"/>
          <a:chOff x="0" y="0"/>
          <a:chExt cx="0" cy="0"/>
        </a:xfrm>
      </p:grpSpPr>
      <p:sp>
        <p:nvSpPr>
          <p:cNvPr id="169" name="Google Shape;169;p30"/>
          <p:cNvSpPr txBox="1"/>
          <p:nvPr/>
        </p:nvSpPr>
        <p:spPr>
          <a:xfrm>
            <a:off x="0" y="5126125"/>
            <a:ext cx="24384000" cy="2203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accent1"/>
              </a:buClr>
              <a:buSzPts val="14400"/>
              <a:buFont typeface="Arial"/>
              <a:buNone/>
            </a:pPr>
            <a:r>
              <a:rPr lang="en-US" sz="14400">
                <a:solidFill>
                  <a:schemeClr val="accent1"/>
                </a:solidFill>
                <a:latin typeface="Archivo Narrow"/>
                <a:ea typeface="Archivo Narrow"/>
                <a:cs typeface="Archivo Narrow"/>
                <a:sym typeface="Archivo Narrow"/>
              </a:rPr>
              <a:t>Comparative Analysis</a:t>
            </a:r>
            <a:endParaRPr>
              <a:latin typeface="Archivo Narrow"/>
              <a:ea typeface="Archivo Narrow"/>
              <a:cs typeface="Archivo Narrow"/>
              <a:sym typeface="Archivo Narrow"/>
            </a:endParaRPr>
          </a:p>
        </p:txBody>
      </p:sp>
      <p:sp>
        <p:nvSpPr>
          <p:cNvPr id="170" name="Google Shape;170;p30"/>
          <p:cNvSpPr txBox="1"/>
          <p:nvPr/>
        </p:nvSpPr>
        <p:spPr>
          <a:xfrm>
            <a:off x="5776075" y="7329275"/>
            <a:ext cx="13004700" cy="677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accent4"/>
              </a:buClr>
              <a:buSzPts val="2200"/>
              <a:buFont typeface="Arial"/>
              <a:buNone/>
            </a:pPr>
            <a:r>
              <a:rPr b="1" lang="en-US" sz="3300">
                <a:solidFill>
                  <a:schemeClr val="accent4"/>
                </a:solidFill>
                <a:latin typeface="Archivo"/>
                <a:ea typeface="Archivo"/>
                <a:cs typeface="Archivo"/>
                <a:sym typeface="Archivo"/>
              </a:rPr>
              <a:t>Canvas Tour of Assignment Guide</a:t>
            </a:r>
            <a:endParaRPr sz="2500">
              <a:latin typeface="Archivo"/>
              <a:ea typeface="Archivo"/>
              <a:cs typeface="Archivo"/>
              <a:sym typeface="Archiv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alpha val="0"/>
          </a:schemeClr>
        </a:solidFill>
      </p:bgPr>
    </p:bg>
    <p:spTree>
      <p:nvGrpSpPr>
        <p:cNvPr id="174" name="Shape 174"/>
        <p:cNvGrpSpPr/>
        <p:nvPr/>
      </p:nvGrpSpPr>
      <p:grpSpPr>
        <a:xfrm>
          <a:off x="0" y="0"/>
          <a:ext cx="0" cy="0"/>
          <a:chOff x="0" y="0"/>
          <a:chExt cx="0" cy="0"/>
        </a:xfrm>
      </p:grpSpPr>
      <p:pic>
        <p:nvPicPr>
          <p:cNvPr id="175" name="Google Shape;175;p31"/>
          <p:cNvPicPr preferRelativeResize="0"/>
          <p:nvPr/>
        </p:nvPicPr>
        <p:blipFill rotWithShape="1">
          <a:blip r:embed="rId3">
            <a:alphaModFix/>
          </a:blip>
          <a:srcRect b="1579" l="0" r="0" t="1569"/>
          <a:stretch/>
        </p:blipFill>
        <p:spPr>
          <a:xfrm>
            <a:off x="342431" y="499915"/>
            <a:ext cx="547744" cy="541653"/>
          </a:xfrm>
          <a:prstGeom prst="rect">
            <a:avLst/>
          </a:prstGeom>
          <a:noFill/>
          <a:ln>
            <a:noFill/>
          </a:ln>
        </p:spPr>
      </p:pic>
      <p:sp>
        <p:nvSpPr>
          <p:cNvPr id="176" name="Google Shape;176;p31"/>
          <p:cNvSpPr txBox="1"/>
          <p:nvPr/>
        </p:nvSpPr>
        <p:spPr>
          <a:xfrm>
            <a:off x="1224212" y="549243"/>
            <a:ext cx="8083500" cy="40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2600"/>
              <a:buFont typeface="Arial"/>
              <a:buNone/>
            </a:pPr>
            <a:r>
              <a:rPr b="1" lang="en-US" sz="2600">
                <a:solidFill>
                  <a:schemeClr val="dk2"/>
                </a:solidFill>
                <a:latin typeface="Archivo"/>
                <a:ea typeface="Archivo"/>
                <a:cs typeface="Archivo"/>
                <a:sym typeface="Archivo"/>
              </a:rPr>
              <a:t>BA 336: Essentials of Information Systems</a:t>
            </a:r>
            <a:endParaRPr b="1" i="0" sz="2600" u="none" cap="none" strike="noStrike">
              <a:solidFill>
                <a:schemeClr val="dk2"/>
              </a:solidFill>
              <a:latin typeface="Archivo"/>
              <a:ea typeface="Archivo"/>
              <a:cs typeface="Archivo"/>
              <a:sym typeface="Archivo"/>
            </a:endParaRPr>
          </a:p>
        </p:txBody>
      </p:sp>
      <p:sp>
        <p:nvSpPr>
          <p:cNvPr id="177" name="Google Shape;177;p31"/>
          <p:cNvSpPr txBox="1"/>
          <p:nvPr/>
        </p:nvSpPr>
        <p:spPr>
          <a:xfrm>
            <a:off x="2414749" y="4248800"/>
            <a:ext cx="8598600" cy="15234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chemeClr val="accent1"/>
              </a:buClr>
              <a:buSzPts val="10000"/>
              <a:buFont typeface="Arial"/>
              <a:buNone/>
            </a:pPr>
            <a:r>
              <a:rPr b="1" i="1" lang="en-US" sz="9000">
                <a:solidFill>
                  <a:schemeClr val="accent1"/>
                </a:solidFill>
                <a:latin typeface="Archivo Narrow"/>
                <a:ea typeface="Archivo Narrow"/>
                <a:cs typeface="Archivo Narrow"/>
                <a:sym typeface="Archivo Narrow"/>
              </a:rPr>
              <a:t>Sheet Happens!</a:t>
            </a:r>
            <a:endParaRPr sz="9000">
              <a:latin typeface="Archivo Narrow"/>
              <a:ea typeface="Archivo Narrow"/>
              <a:cs typeface="Archivo Narrow"/>
              <a:sym typeface="Archivo Narrow"/>
            </a:endParaRPr>
          </a:p>
        </p:txBody>
      </p:sp>
      <p:sp>
        <p:nvSpPr>
          <p:cNvPr id="178" name="Google Shape;178;p31" title="Green footer bar with page number"/>
          <p:cNvSpPr/>
          <p:nvPr/>
        </p:nvSpPr>
        <p:spPr>
          <a:xfrm>
            <a:off x="0" y="13175866"/>
            <a:ext cx="24384000" cy="54870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id="179" name="Google Shape;179;p31"/>
          <p:cNvSpPr txBox="1"/>
          <p:nvPr/>
        </p:nvSpPr>
        <p:spPr>
          <a:xfrm>
            <a:off x="23835359" y="13175866"/>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2000"/>
              <a:buFont typeface="Arial"/>
              <a:buNone/>
            </a:pPr>
            <a:fld id="{00000000-1234-1234-1234-123412341234}" type="slidenum">
              <a:rPr b="1" i="0" lang="en-US" sz="2000" u="none" cap="none" strike="noStrike">
                <a:solidFill>
                  <a:schemeClr val="accent1"/>
                </a:solidFill>
                <a:latin typeface="Arial"/>
                <a:ea typeface="Arial"/>
                <a:cs typeface="Arial"/>
                <a:sym typeface="Arial"/>
              </a:rPr>
              <a:t>‹#›</a:t>
            </a:fld>
            <a:endParaRPr b="1" i="0" sz="2000" u="none" cap="none" strike="noStrike">
              <a:solidFill>
                <a:schemeClr val="accent1"/>
              </a:solidFill>
              <a:latin typeface="Arial"/>
              <a:ea typeface="Arial"/>
              <a:cs typeface="Arial"/>
              <a:sym typeface="Arial"/>
            </a:endParaRPr>
          </a:p>
        </p:txBody>
      </p:sp>
      <p:pic>
        <p:nvPicPr>
          <p:cNvPr id="180" name="Google Shape;180;p31"/>
          <p:cNvPicPr preferRelativeResize="0"/>
          <p:nvPr/>
        </p:nvPicPr>
        <p:blipFill>
          <a:blip r:embed="rId4">
            <a:alphaModFix/>
          </a:blip>
          <a:stretch>
            <a:fillRect/>
          </a:stretch>
        </p:blipFill>
        <p:spPr>
          <a:xfrm>
            <a:off x="10484351" y="4389624"/>
            <a:ext cx="10229649" cy="409186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alpha val="0"/>
          </a:schemeClr>
        </a:solidFill>
      </p:bgPr>
    </p:bg>
    <p:spTree>
      <p:nvGrpSpPr>
        <p:cNvPr id="184" name="Shape 184"/>
        <p:cNvGrpSpPr/>
        <p:nvPr/>
      </p:nvGrpSpPr>
      <p:grpSpPr>
        <a:xfrm>
          <a:off x="0" y="0"/>
          <a:ext cx="0" cy="0"/>
          <a:chOff x="0" y="0"/>
          <a:chExt cx="0" cy="0"/>
        </a:xfrm>
      </p:grpSpPr>
      <p:pic>
        <p:nvPicPr>
          <p:cNvPr id="185" name="Google Shape;185;p32"/>
          <p:cNvPicPr preferRelativeResize="0"/>
          <p:nvPr/>
        </p:nvPicPr>
        <p:blipFill rotWithShape="1">
          <a:blip r:embed="rId3">
            <a:alphaModFix/>
          </a:blip>
          <a:srcRect b="1579" l="0" r="0" t="1569"/>
          <a:stretch/>
        </p:blipFill>
        <p:spPr>
          <a:xfrm>
            <a:off x="342431" y="499915"/>
            <a:ext cx="547744" cy="541653"/>
          </a:xfrm>
          <a:prstGeom prst="rect">
            <a:avLst/>
          </a:prstGeom>
          <a:noFill/>
          <a:ln>
            <a:noFill/>
          </a:ln>
        </p:spPr>
      </p:pic>
      <p:sp>
        <p:nvSpPr>
          <p:cNvPr id="186" name="Google Shape;186;p32"/>
          <p:cNvSpPr txBox="1"/>
          <p:nvPr/>
        </p:nvSpPr>
        <p:spPr>
          <a:xfrm>
            <a:off x="1224212" y="549243"/>
            <a:ext cx="8083500" cy="40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2600"/>
              <a:buFont typeface="Arial"/>
              <a:buNone/>
            </a:pPr>
            <a:r>
              <a:rPr b="1" lang="en-US" sz="2600">
                <a:solidFill>
                  <a:schemeClr val="dk2"/>
                </a:solidFill>
                <a:latin typeface="Archivo"/>
                <a:ea typeface="Archivo"/>
                <a:cs typeface="Archivo"/>
                <a:sym typeface="Archivo"/>
              </a:rPr>
              <a:t>BA 336: Essentials of Information Systems</a:t>
            </a:r>
            <a:endParaRPr b="1" i="0" sz="2600" u="none" cap="none" strike="noStrike">
              <a:solidFill>
                <a:schemeClr val="dk2"/>
              </a:solidFill>
              <a:latin typeface="Archivo"/>
              <a:ea typeface="Archivo"/>
              <a:cs typeface="Archivo"/>
              <a:sym typeface="Archivo"/>
            </a:endParaRPr>
          </a:p>
        </p:txBody>
      </p:sp>
      <p:sp>
        <p:nvSpPr>
          <p:cNvPr id="187" name="Google Shape;187;p32"/>
          <p:cNvSpPr txBox="1"/>
          <p:nvPr/>
        </p:nvSpPr>
        <p:spPr>
          <a:xfrm>
            <a:off x="2539175" y="2310175"/>
            <a:ext cx="9789000" cy="15234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chemeClr val="accent1"/>
              </a:buClr>
              <a:buSzPts val="10000"/>
              <a:buFont typeface="Arial"/>
              <a:buNone/>
            </a:pPr>
            <a:r>
              <a:rPr b="1" i="1" lang="en-US" sz="9000">
                <a:solidFill>
                  <a:schemeClr val="accent1"/>
                </a:solidFill>
                <a:latin typeface="Archivo Narrow"/>
                <a:ea typeface="Archivo Narrow"/>
                <a:cs typeface="Archivo Narrow"/>
                <a:sym typeface="Archivo Narrow"/>
              </a:rPr>
              <a:t>Sheet Happens!</a:t>
            </a:r>
            <a:endParaRPr sz="9000">
              <a:latin typeface="Archivo Narrow"/>
              <a:ea typeface="Archivo Narrow"/>
              <a:cs typeface="Archivo Narrow"/>
              <a:sym typeface="Archivo Narrow"/>
            </a:endParaRPr>
          </a:p>
        </p:txBody>
      </p:sp>
      <p:sp>
        <p:nvSpPr>
          <p:cNvPr id="188" name="Google Shape;188;p32"/>
          <p:cNvSpPr txBox="1"/>
          <p:nvPr/>
        </p:nvSpPr>
        <p:spPr>
          <a:xfrm>
            <a:off x="1217693" y="4823925"/>
            <a:ext cx="18968400" cy="8463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accent1"/>
              </a:buClr>
              <a:buSzPts val="4000"/>
              <a:buFont typeface="Ultra"/>
              <a:buNone/>
            </a:pPr>
            <a:r>
              <a:t/>
            </a:r>
            <a:endParaRPr b="1" sz="4200">
              <a:latin typeface="Archivo Narrow"/>
              <a:ea typeface="Archivo Narrow"/>
              <a:cs typeface="Archivo Narrow"/>
              <a:sym typeface="Archivo Narrow"/>
            </a:endParaRPr>
          </a:p>
        </p:txBody>
      </p:sp>
      <p:sp>
        <p:nvSpPr>
          <p:cNvPr id="189" name="Google Shape;189;p32" title="Green footer bar with page number"/>
          <p:cNvSpPr/>
          <p:nvPr/>
        </p:nvSpPr>
        <p:spPr>
          <a:xfrm>
            <a:off x="0" y="13175866"/>
            <a:ext cx="24384000" cy="54870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id="190" name="Google Shape;190;p32"/>
          <p:cNvSpPr txBox="1"/>
          <p:nvPr/>
        </p:nvSpPr>
        <p:spPr>
          <a:xfrm>
            <a:off x="23835359" y="13175866"/>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2000"/>
              <a:buFont typeface="Arial"/>
              <a:buNone/>
            </a:pPr>
            <a:fld id="{00000000-1234-1234-1234-123412341234}" type="slidenum">
              <a:rPr b="1" i="0" lang="en-US" sz="2000" u="none" cap="none" strike="noStrike">
                <a:solidFill>
                  <a:schemeClr val="accent1"/>
                </a:solidFill>
                <a:latin typeface="Arial"/>
                <a:ea typeface="Arial"/>
                <a:cs typeface="Arial"/>
                <a:sym typeface="Arial"/>
              </a:rPr>
              <a:t>‹#›</a:t>
            </a:fld>
            <a:endParaRPr b="1" i="0" sz="2000" u="none" cap="none" strike="noStrike">
              <a:solidFill>
                <a:schemeClr val="accent1"/>
              </a:solidFill>
              <a:latin typeface="Arial"/>
              <a:ea typeface="Arial"/>
              <a:cs typeface="Arial"/>
              <a:sym typeface="Arial"/>
            </a:endParaRPr>
          </a:p>
        </p:txBody>
      </p:sp>
      <p:pic>
        <p:nvPicPr>
          <p:cNvPr id="191" name="Google Shape;191;p32" title="Sheet Happens 1 (wk 2).png"/>
          <p:cNvPicPr preferRelativeResize="0"/>
          <p:nvPr/>
        </p:nvPicPr>
        <p:blipFill>
          <a:blip r:embed="rId4">
            <a:alphaModFix/>
          </a:blip>
          <a:stretch>
            <a:fillRect/>
          </a:stretch>
        </p:blipFill>
        <p:spPr>
          <a:xfrm>
            <a:off x="10512250" y="3261500"/>
            <a:ext cx="7177458" cy="879491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alpha val="0"/>
          </a:schemeClr>
        </a:solidFill>
      </p:bgPr>
    </p:bg>
    <p:spTree>
      <p:nvGrpSpPr>
        <p:cNvPr id="195" name="Shape 195"/>
        <p:cNvGrpSpPr/>
        <p:nvPr/>
      </p:nvGrpSpPr>
      <p:grpSpPr>
        <a:xfrm>
          <a:off x="0" y="0"/>
          <a:ext cx="0" cy="0"/>
          <a:chOff x="0" y="0"/>
          <a:chExt cx="0" cy="0"/>
        </a:xfrm>
      </p:grpSpPr>
      <p:pic>
        <p:nvPicPr>
          <p:cNvPr id="196" name="Google Shape;196;p33"/>
          <p:cNvPicPr preferRelativeResize="0"/>
          <p:nvPr/>
        </p:nvPicPr>
        <p:blipFill rotWithShape="1">
          <a:blip r:embed="rId3">
            <a:alphaModFix/>
          </a:blip>
          <a:srcRect b="1579" l="0" r="0" t="1569"/>
          <a:stretch/>
        </p:blipFill>
        <p:spPr>
          <a:xfrm>
            <a:off x="342431" y="499915"/>
            <a:ext cx="547744" cy="541653"/>
          </a:xfrm>
          <a:prstGeom prst="rect">
            <a:avLst/>
          </a:prstGeom>
          <a:noFill/>
          <a:ln>
            <a:noFill/>
          </a:ln>
        </p:spPr>
      </p:pic>
      <p:sp>
        <p:nvSpPr>
          <p:cNvPr id="197" name="Google Shape;197;p33"/>
          <p:cNvSpPr txBox="1"/>
          <p:nvPr/>
        </p:nvSpPr>
        <p:spPr>
          <a:xfrm>
            <a:off x="1224212" y="549243"/>
            <a:ext cx="8083500" cy="40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2600"/>
              <a:buFont typeface="Arial"/>
              <a:buNone/>
            </a:pPr>
            <a:r>
              <a:rPr b="1" lang="en-US" sz="2600">
                <a:solidFill>
                  <a:schemeClr val="dk2"/>
                </a:solidFill>
                <a:latin typeface="Archivo"/>
                <a:ea typeface="Archivo"/>
                <a:cs typeface="Archivo"/>
                <a:sym typeface="Archivo"/>
              </a:rPr>
              <a:t>BA 336: Essentials of Information Systems</a:t>
            </a:r>
            <a:endParaRPr b="1" i="0" sz="2600" u="none" cap="none" strike="noStrike">
              <a:solidFill>
                <a:schemeClr val="dk2"/>
              </a:solidFill>
              <a:latin typeface="Archivo"/>
              <a:ea typeface="Archivo"/>
              <a:cs typeface="Archivo"/>
              <a:sym typeface="Archivo"/>
            </a:endParaRPr>
          </a:p>
        </p:txBody>
      </p:sp>
      <p:sp>
        <p:nvSpPr>
          <p:cNvPr id="198" name="Google Shape;198;p33"/>
          <p:cNvSpPr txBox="1"/>
          <p:nvPr/>
        </p:nvSpPr>
        <p:spPr>
          <a:xfrm>
            <a:off x="2539175" y="2310175"/>
            <a:ext cx="9789000" cy="15234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chemeClr val="accent1"/>
              </a:buClr>
              <a:buSzPts val="10000"/>
              <a:buFont typeface="Arial"/>
              <a:buNone/>
            </a:pPr>
            <a:r>
              <a:rPr b="1" i="1" lang="en-US" sz="9000">
                <a:solidFill>
                  <a:schemeClr val="accent1"/>
                </a:solidFill>
                <a:latin typeface="Archivo Narrow"/>
                <a:ea typeface="Archivo Narrow"/>
                <a:cs typeface="Archivo Narrow"/>
                <a:sym typeface="Archivo Narrow"/>
              </a:rPr>
              <a:t>Sheet Happens!</a:t>
            </a:r>
            <a:endParaRPr sz="9000">
              <a:latin typeface="Archivo Narrow"/>
              <a:ea typeface="Archivo Narrow"/>
              <a:cs typeface="Archivo Narrow"/>
              <a:sym typeface="Archivo Narrow"/>
            </a:endParaRPr>
          </a:p>
        </p:txBody>
      </p:sp>
      <p:sp>
        <p:nvSpPr>
          <p:cNvPr id="199" name="Google Shape;199;p33"/>
          <p:cNvSpPr txBox="1"/>
          <p:nvPr/>
        </p:nvSpPr>
        <p:spPr>
          <a:xfrm>
            <a:off x="1217693" y="4823925"/>
            <a:ext cx="18968400" cy="8463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accent1"/>
              </a:buClr>
              <a:buSzPts val="4000"/>
              <a:buFont typeface="Ultra"/>
              <a:buNone/>
            </a:pPr>
            <a:r>
              <a:t/>
            </a:r>
            <a:endParaRPr b="1" sz="4200">
              <a:latin typeface="Archivo Narrow"/>
              <a:ea typeface="Archivo Narrow"/>
              <a:cs typeface="Archivo Narrow"/>
              <a:sym typeface="Archivo Narrow"/>
            </a:endParaRPr>
          </a:p>
        </p:txBody>
      </p:sp>
      <p:sp>
        <p:nvSpPr>
          <p:cNvPr id="200" name="Google Shape;200;p33" title="Green footer bar with page number"/>
          <p:cNvSpPr/>
          <p:nvPr/>
        </p:nvSpPr>
        <p:spPr>
          <a:xfrm>
            <a:off x="0" y="13175866"/>
            <a:ext cx="24384000" cy="54870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id="201" name="Google Shape;201;p33"/>
          <p:cNvSpPr txBox="1"/>
          <p:nvPr/>
        </p:nvSpPr>
        <p:spPr>
          <a:xfrm>
            <a:off x="23835359" y="13175866"/>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2000"/>
              <a:buFont typeface="Arial"/>
              <a:buNone/>
            </a:pPr>
            <a:fld id="{00000000-1234-1234-1234-123412341234}" type="slidenum">
              <a:rPr b="1" i="0" lang="en-US" sz="2000" u="none" cap="none" strike="noStrike">
                <a:solidFill>
                  <a:schemeClr val="accent1"/>
                </a:solidFill>
                <a:latin typeface="Arial"/>
                <a:ea typeface="Arial"/>
                <a:cs typeface="Arial"/>
                <a:sym typeface="Arial"/>
              </a:rPr>
              <a:t>‹#›</a:t>
            </a:fld>
            <a:endParaRPr b="1" i="0" sz="2000" u="none" cap="none" strike="noStrike">
              <a:solidFill>
                <a:schemeClr val="accent1"/>
              </a:solidFill>
              <a:latin typeface="Arial"/>
              <a:ea typeface="Arial"/>
              <a:cs typeface="Arial"/>
              <a:sym typeface="Arial"/>
            </a:endParaRPr>
          </a:p>
        </p:txBody>
      </p:sp>
      <p:pic>
        <p:nvPicPr>
          <p:cNvPr id="202" name="Google Shape;202;p33" title="Sheet Happens 2 (wk 2).png"/>
          <p:cNvPicPr preferRelativeResize="0"/>
          <p:nvPr/>
        </p:nvPicPr>
        <p:blipFill>
          <a:blip r:embed="rId4">
            <a:alphaModFix/>
          </a:blip>
          <a:stretch>
            <a:fillRect/>
          </a:stretch>
        </p:blipFill>
        <p:spPr>
          <a:xfrm>
            <a:off x="890175" y="4571250"/>
            <a:ext cx="10391475" cy="7484950"/>
          </a:xfrm>
          <a:prstGeom prst="rect">
            <a:avLst/>
          </a:prstGeom>
          <a:noFill/>
          <a:ln>
            <a:noFill/>
          </a:ln>
        </p:spPr>
      </p:pic>
      <p:pic>
        <p:nvPicPr>
          <p:cNvPr id="203" name="Google Shape;203;p33" title="Sheet Happens 2.5 (wk 2).png"/>
          <p:cNvPicPr preferRelativeResize="0"/>
          <p:nvPr/>
        </p:nvPicPr>
        <p:blipFill>
          <a:blip r:embed="rId5">
            <a:alphaModFix/>
          </a:blip>
          <a:stretch>
            <a:fillRect/>
          </a:stretch>
        </p:blipFill>
        <p:spPr>
          <a:xfrm>
            <a:off x="11693100" y="5691850"/>
            <a:ext cx="12142251" cy="5625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alpha val="0"/>
          </a:schemeClr>
        </a:solidFill>
      </p:bgPr>
    </p:bg>
    <p:spTree>
      <p:nvGrpSpPr>
        <p:cNvPr id="207" name="Shape 207"/>
        <p:cNvGrpSpPr/>
        <p:nvPr/>
      </p:nvGrpSpPr>
      <p:grpSpPr>
        <a:xfrm>
          <a:off x="0" y="0"/>
          <a:ext cx="0" cy="0"/>
          <a:chOff x="0" y="0"/>
          <a:chExt cx="0" cy="0"/>
        </a:xfrm>
      </p:grpSpPr>
      <p:pic>
        <p:nvPicPr>
          <p:cNvPr id="208" name="Google Shape;208;p34"/>
          <p:cNvPicPr preferRelativeResize="0"/>
          <p:nvPr/>
        </p:nvPicPr>
        <p:blipFill rotWithShape="1">
          <a:blip r:embed="rId3">
            <a:alphaModFix/>
          </a:blip>
          <a:srcRect b="1579" l="0" r="0" t="1569"/>
          <a:stretch/>
        </p:blipFill>
        <p:spPr>
          <a:xfrm>
            <a:off x="342431" y="499915"/>
            <a:ext cx="547744" cy="541653"/>
          </a:xfrm>
          <a:prstGeom prst="rect">
            <a:avLst/>
          </a:prstGeom>
          <a:noFill/>
          <a:ln>
            <a:noFill/>
          </a:ln>
        </p:spPr>
      </p:pic>
      <p:sp>
        <p:nvSpPr>
          <p:cNvPr id="209" name="Google Shape;209;p34"/>
          <p:cNvSpPr txBox="1"/>
          <p:nvPr/>
        </p:nvSpPr>
        <p:spPr>
          <a:xfrm>
            <a:off x="1224212" y="549243"/>
            <a:ext cx="8083500" cy="40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2600"/>
              <a:buFont typeface="Arial"/>
              <a:buNone/>
            </a:pPr>
            <a:r>
              <a:rPr b="1" lang="en-US" sz="2600">
                <a:solidFill>
                  <a:schemeClr val="dk2"/>
                </a:solidFill>
                <a:latin typeface="Archivo"/>
                <a:ea typeface="Archivo"/>
                <a:cs typeface="Archivo"/>
                <a:sym typeface="Archivo"/>
              </a:rPr>
              <a:t>BA 336: Essentials of Information Systems</a:t>
            </a:r>
            <a:endParaRPr b="1" i="0" sz="2600" u="none" cap="none" strike="noStrike">
              <a:solidFill>
                <a:schemeClr val="dk2"/>
              </a:solidFill>
              <a:latin typeface="Archivo"/>
              <a:ea typeface="Archivo"/>
              <a:cs typeface="Archivo"/>
              <a:sym typeface="Archivo"/>
            </a:endParaRPr>
          </a:p>
        </p:txBody>
      </p:sp>
      <p:sp>
        <p:nvSpPr>
          <p:cNvPr id="210" name="Google Shape;210;p34"/>
          <p:cNvSpPr txBox="1"/>
          <p:nvPr/>
        </p:nvSpPr>
        <p:spPr>
          <a:xfrm>
            <a:off x="2539175" y="2310175"/>
            <a:ext cx="9789000" cy="15234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chemeClr val="accent1"/>
              </a:buClr>
              <a:buSzPts val="10000"/>
              <a:buFont typeface="Arial"/>
              <a:buNone/>
            </a:pPr>
            <a:r>
              <a:rPr b="1" i="1" lang="en-US" sz="9000">
                <a:solidFill>
                  <a:schemeClr val="accent1"/>
                </a:solidFill>
                <a:latin typeface="Archivo Narrow"/>
                <a:ea typeface="Archivo Narrow"/>
                <a:cs typeface="Archivo Narrow"/>
                <a:sym typeface="Archivo Narrow"/>
              </a:rPr>
              <a:t>Sheet Happens!</a:t>
            </a:r>
            <a:endParaRPr sz="9000">
              <a:latin typeface="Archivo Narrow"/>
              <a:ea typeface="Archivo Narrow"/>
              <a:cs typeface="Archivo Narrow"/>
              <a:sym typeface="Archivo Narrow"/>
            </a:endParaRPr>
          </a:p>
        </p:txBody>
      </p:sp>
      <p:sp>
        <p:nvSpPr>
          <p:cNvPr id="211" name="Google Shape;211;p34"/>
          <p:cNvSpPr txBox="1"/>
          <p:nvPr/>
        </p:nvSpPr>
        <p:spPr>
          <a:xfrm>
            <a:off x="1217693" y="4823925"/>
            <a:ext cx="18968400" cy="8463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accent1"/>
              </a:buClr>
              <a:buSzPts val="4000"/>
              <a:buFont typeface="Ultra"/>
              <a:buNone/>
            </a:pPr>
            <a:r>
              <a:t/>
            </a:r>
            <a:endParaRPr b="1" sz="4200">
              <a:latin typeface="Archivo Narrow"/>
              <a:ea typeface="Archivo Narrow"/>
              <a:cs typeface="Archivo Narrow"/>
              <a:sym typeface="Archivo Narrow"/>
            </a:endParaRPr>
          </a:p>
        </p:txBody>
      </p:sp>
      <p:sp>
        <p:nvSpPr>
          <p:cNvPr id="212" name="Google Shape;212;p34" title="Green footer bar with page number"/>
          <p:cNvSpPr/>
          <p:nvPr/>
        </p:nvSpPr>
        <p:spPr>
          <a:xfrm>
            <a:off x="0" y="13175866"/>
            <a:ext cx="24384000" cy="54870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id="213" name="Google Shape;213;p34"/>
          <p:cNvSpPr txBox="1"/>
          <p:nvPr/>
        </p:nvSpPr>
        <p:spPr>
          <a:xfrm>
            <a:off x="23835359" y="13175866"/>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2000"/>
              <a:buFont typeface="Arial"/>
              <a:buNone/>
            </a:pPr>
            <a:fld id="{00000000-1234-1234-1234-123412341234}" type="slidenum">
              <a:rPr b="1" i="0" lang="en-US" sz="2000" u="none" cap="none" strike="noStrike">
                <a:solidFill>
                  <a:schemeClr val="accent1"/>
                </a:solidFill>
                <a:latin typeface="Arial"/>
                <a:ea typeface="Arial"/>
                <a:cs typeface="Arial"/>
                <a:sym typeface="Arial"/>
              </a:rPr>
              <a:t>‹#›</a:t>
            </a:fld>
            <a:endParaRPr b="1" i="0" sz="2000" u="none" cap="none" strike="noStrike">
              <a:solidFill>
                <a:schemeClr val="accent1"/>
              </a:solidFill>
              <a:latin typeface="Arial"/>
              <a:ea typeface="Arial"/>
              <a:cs typeface="Arial"/>
              <a:sym typeface="Arial"/>
            </a:endParaRPr>
          </a:p>
        </p:txBody>
      </p:sp>
      <p:pic>
        <p:nvPicPr>
          <p:cNvPr id="214" name="Google Shape;214;p34" title="Sheet Happens 3 (wk 2).png"/>
          <p:cNvPicPr preferRelativeResize="0"/>
          <p:nvPr/>
        </p:nvPicPr>
        <p:blipFill>
          <a:blip r:embed="rId4">
            <a:alphaModFix/>
          </a:blip>
          <a:stretch>
            <a:fillRect/>
          </a:stretch>
        </p:blipFill>
        <p:spPr>
          <a:xfrm>
            <a:off x="1387025" y="4163575"/>
            <a:ext cx="6200775" cy="7650493"/>
          </a:xfrm>
          <a:prstGeom prst="rect">
            <a:avLst/>
          </a:prstGeom>
          <a:noFill/>
          <a:ln>
            <a:noFill/>
          </a:ln>
        </p:spPr>
      </p:pic>
      <p:pic>
        <p:nvPicPr>
          <p:cNvPr id="215" name="Google Shape;215;p34" title="Sheet Happens 3.5 (wk 2).png"/>
          <p:cNvPicPr preferRelativeResize="0"/>
          <p:nvPr/>
        </p:nvPicPr>
        <p:blipFill>
          <a:blip r:embed="rId5">
            <a:alphaModFix/>
          </a:blip>
          <a:stretch>
            <a:fillRect/>
          </a:stretch>
        </p:blipFill>
        <p:spPr>
          <a:xfrm>
            <a:off x="9091600" y="4319850"/>
            <a:ext cx="13173625" cy="72242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alpha val="0"/>
          </a:schemeClr>
        </a:solidFill>
      </p:bgPr>
    </p:bg>
    <p:spTree>
      <p:nvGrpSpPr>
        <p:cNvPr id="219" name="Shape 219"/>
        <p:cNvGrpSpPr/>
        <p:nvPr/>
      </p:nvGrpSpPr>
      <p:grpSpPr>
        <a:xfrm>
          <a:off x="0" y="0"/>
          <a:ext cx="0" cy="0"/>
          <a:chOff x="0" y="0"/>
          <a:chExt cx="0" cy="0"/>
        </a:xfrm>
      </p:grpSpPr>
      <p:pic>
        <p:nvPicPr>
          <p:cNvPr id="220" name="Google Shape;220;p35"/>
          <p:cNvPicPr preferRelativeResize="0"/>
          <p:nvPr/>
        </p:nvPicPr>
        <p:blipFill rotWithShape="1">
          <a:blip r:embed="rId3">
            <a:alphaModFix/>
          </a:blip>
          <a:srcRect b="1579" l="0" r="0" t="1569"/>
          <a:stretch/>
        </p:blipFill>
        <p:spPr>
          <a:xfrm>
            <a:off x="342431" y="499915"/>
            <a:ext cx="547744" cy="541653"/>
          </a:xfrm>
          <a:prstGeom prst="rect">
            <a:avLst/>
          </a:prstGeom>
          <a:noFill/>
          <a:ln>
            <a:noFill/>
          </a:ln>
        </p:spPr>
      </p:pic>
      <p:sp>
        <p:nvSpPr>
          <p:cNvPr id="221" name="Google Shape;221;p35"/>
          <p:cNvSpPr txBox="1"/>
          <p:nvPr/>
        </p:nvSpPr>
        <p:spPr>
          <a:xfrm>
            <a:off x="1224212" y="549243"/>
            <a:ext cx="8083500" cy="40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2600"/>
              <a:buFont typeface="Arial"/>
              <a:buNone/>
            </a:pPr>
            <a:r>
              <a:rPr b="1" lang="en-US" sz="2600">
                <a:solidFill>
                  <a:schemeClr val="dk2"/>
                </a:solidFill>
                <a:latin typeface="Archivo"/>
                <a:ea typeface="Archivo"/>
                <a:cs typeface="Archivo"/>
                <a:sym typeface="Archivo"/>
              </a:rPr>
              <a:t>BA 336: Essentials of Information Systems</a:t>
            </a:r>
            <a:endParaRPr b="1" i="0" sz="2600" u="none" cap="none" strike="noStrike">
              <a:solidFill>
                <a:schemeClr val="dk2"/>
              </a:solidFill>
              <a:latin typeface="Archivo"/>
              <a:ea typeface="Archivo"/>
              <a:cs typeface="Archivo"/>
              <a:sym typeface="Archivo"/>
            </a:endParaRPr>
          </a:p>
        </p:txBody>
      </p:sp>
      <p:sp>
        <p:nvSpPr>
          <p:cNvPr id="222" name="Google Shape;222;p35"/>
          <p:cNvSpPr txBox="1"/>
          <p:nvPr/>
        </p:nvSpPr>
        <p:spPr>
          <a:xfrm>
            <a:off x="2539175" y="2310175"/>
            <a:ext cx="9789000" cy="15234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chemeClr val="accent1"/>
              </a:buClr>
              <a:buSzPts val="10000"/>
              <a:buFont typeface="Arial"/>
              <a:buNone/>
            </a:pPr>
            <a:r>
              <a:rPr b="1" i="1" lang="en-US" sz="9000">
                <a:solidFill>
                  <a:schemeClr val="accent1"/>
                </a:solidFill>
                <a:latin typeface="Archivo Narrow"/>
                <a:ea typeface="Archivo Narrow"/>
                <a:cs typeface="Archivo Narrow"/>
                <a:sym typeface="Archivo Narrow"/>
              </a:rPr>
              <a:t>Sheet Happens!</a:t>
            </a:r>
            <a:endParaRPr sz="9000">
              <a:latin typeface="Archivo Narrow"/>
              <a:ea typeface="Archivo Narrow"/>
              <a:cs typeface="Archivo Narrow"/>
              <a:sym typeface="Archivo Narrow"/>
            </a:endParaRPr>
          </a:p>
        </p:txBody>
      </p:sp>
      <p:sp>
        <p:nvSpPr>
          <p:cNvPr id="223" name="Google Shape;223;p35"/>
          <p:cNvSpPr txBox="1"/>
          <p:nvPr/>
        </p:nvSpPr>
        <p:spPr>
          <a:xfrm>
            <a:off x="1217693" y="4823925"/>
            <a:ext cx="18968400" cy="8463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accent1"/>
              </a:buClr>
              <a:buSzPts val="4000"/>
              <a:buFont typeface="Ultra"/>
              <a:buNone/>
            </a:pPr>
            <a:r>
              <a:t/>
            </a:r>
            <a:endParaRPr b="1" sz="4200">
              <a:latin typeface="Archivo Narrow"/>
              <a:ea typeface="Archivo Narrow"/>
              <a:cs typeface="Archivo Narrow"/>
              <a:sym typeface="Archivo Narrow"/>
            </a:endParaRPr>
          </a:p>
        </p:txBody>
      </p:sp>
      <p:sp>
        <p:nvSpPr>
          <p:cNvPr id="224" name="Google Shape;224;p35" title="Green footer bar with page number"/>
          <p:cNvSpPr/>
          <p:nvPr/>
        </p:nvSpPr>
        <p:spPr>
          <a:xfrm>
            <a:off x="0" y="13175866"/>
            <a:ext cx="24384000" cy="54870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id="225" name="Google Shape;225;p35"/>
          <p:cNvSpPr txBox="1"/>
          <p:nvPr/>
        </p:nvSpPr>
        <p:spPr>
          <a:xfrm>
            <a:off x="23835359" y="13175866"/>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2000"/>
              <a:buFont typeface="Arial"/>
              <a:buNone/>
            </a:pPr>
            <a:fld id="{00000000-1234-1234-1234-123412341234}" type="slidenum">
              <a:rPr b="1" i="0" lang="en-US" sz="2000" u="none" cap="none" strike="noStrike">
                <a:solidFill>
                  <a:schemeClr val="accent1"/>
                </a:solidFill>
                <a:latin typeface="Arial"/>
                <a:ea typeface="Arial"/>
                <a:cs typeface="Arial"/>
                <a:sym typeface="Arial"/>
              </a:rPr>
              <a:t>‹#›</a:t>
            </a:fld>
            <a:endParaRPr b="1" i="0" sz="2000" u="none" cap="none" strike="noStrike">
              <a:solidFill>
                <a:schemeClr val="accent1"/>
              </a:solidFill>
              <a:latin typeface="Arial"/>
              <a:ea typeface="Arial"/>
              <a:cs typeface="Arial"/>
              <a:sym typeface="Arial"/>
            </a:endParaRPr>
          </a:p>
        </p:txBody>
      </p:sp>
      <p:pic>
        <p:nvPicPr>
          <p:cNvPr id="226" name="Google Shape;226;p35" title="Sheet Happens 4 (wk 2).png"/>
          <p:cNvPicPr preferRelativeResize="0"/>
          <p:nvPr/>
        </p:nvPicPr>
        <p:blipFill>
          <a:blip r:embed="rId4">
            <a:alphaModFix/>
          </a:blip>
          <a:stretch>
            <a:fillRect/>
          </a:stretch>
        </p:blipFill>
        <p:spPr>
          <a:xfrm>
            <a:off x="1217700" y="4163575"/>
            <a:ext cx="7442175" cy="7882100"/>
          </a:xfrm>
          <a:prstGeom prst="rect">
            <a:avLst/>
          </a:prstGeom>
          <a:noFill/>
          <a:ln>
            <a:noFill/>
          </a:ln>
        </p:spPr>
      </p:pic>
      <p:pic>
        <p:nvPicPr>
          <p:cNvPr id="227" name="Google Shape;227;p35" title="Sheet Happens 4.5 (wk 2).png"/>
          <p:cNvPicPr preferRelativeResize="0"/>
          <p:nvPr/>
        </p:nvPicPr>
        <p:blipFill>
          <a:blip r:embed="rId5">
            <a:alphaModFix/>
          </a:blip>
          <a:stretch>
            <a:fillRect/>
          </a:stretch>
        </p:blipFill>
        <p:spPr>
          <a:xfrm>
            <a:off x="10152225" y="4433661"/>
            <a:ext cx="12338100" cy="68403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alpha val="0"/>
          </a:schemeClr>
        </a:solidFill>
      </p:bgPr>
    </p:bg>
    <p:spTree>
      <p:nvGrpSpPr>
        <p:cNvPr id="231" name="Shape 231"/>
        <p:cNvGrpSpPr/>
        <p:nvPr/>
      </p:nvGrpSpPr>
      <p:grpSpPr>
        <a:xfrm>
          <a:off x="0" y="0"/>
          <a:ext cx="0" cy="0"/>
          <a:chOff x="0" y="0"/>
          <a:chExt cx="0" cy="0"/>
        </a:xfrm>
      </p:grpSpPr>
      <p:pic>
        <p:nvPicPr>
          <p:cNvPr id="232" name="Google Shape;232;p36"/>
          <p:cNvPicPr preferRelativeResize="0"/>
          <p:nvPr/>
        </p:nvPicPr>
        <p:blipFill rotWithShape="1">
          <a:blip r:embed="rId3">
            <a:alphaModFix/>
          </a:blip>
          <a:srcRect b="1579" l="0" r="0" t="1569"/>
          <a:stretch/>
        </p:blipFill>
        <p:spPr>
          <a:xfrm>
            <a:off x="342431" y="499915"/>
            <a:ext cx="547744" cy="541653"/>
          </a:xfrm>
          <a:prstGeom prst="rect">
            <a:avLst/>
          </a:prstGeom>
          <a:noFill/>
          <a:ln>
            <a:noFill/>
          </a:ln>
        </p:spPr>
      </p:pic>
      <p:sp>
        <p:nvSpPr>
          <p:cNvPr id="233" name="Google Shape;233;p36"/>
          <p:cNvSpPr txBox="1"/>
          <p:nvPr/>
        </p:nvSpPr>
        <p:spPr>
          <a:xfrm>
            <a:off x="1224212" y="549243"/>
            <a:ext cx="8083500" cy="40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2600"/>
              <a:buFont typeface="Arial"/>
              <a:buNone/>
            </a:pPr>
            <a:r>
              <a:rPr b="1" lang="en-US" sz="2600">
                <a:solidFill>
                  <a:schemeClr val="dk2"/>
                </a:solidFill>
                <a:latin typeface="Archivo"/>
                <a:ea typeface="Archivo"/>
                <a:cs typeface="Archivo"/>
                <a:sym typeface="Archivo"/>
              </a:rPr>
              <a:t>BA 336: Essentials of Information Systems</a:t>
            </a:r>
            <a:endParaRPr b="1" i="0" sz="2600" u="none" cap="none" strike="noStrike">
              <a:solidFill>
                <a:schemeClr val="dk2"/>
              </a:solidFill>
              <a:latin typeface="Archivo"/>
              <a:ea typeface="Archivo"/>
              <a:cs typeface="Archivo"/>
              <a:sym typeface="Archivo"/>
            </a:endParaRPr>
          </a:p>
        </p:txBody>
      </p:sp>
      <p:sp>
        <p:nvSpPr>
          <p:cNvPr id="234" name="Google Shape;234;p36"/>
          <p:cNvSpPr txBox="1"/>
          <p:nvPr/>
        </p:nvSpPr>
        <p:spPr>
          <a:xfrm>
            <a:off x="2539175" y="2310175"/>
            <a:ext cx="9789000" cy="15234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chemeClr val="accent1"/>
              </a:buClr>
              <a:buSzPts val="10000"/>
              <a:buFont typeface="Arial"/>
              <a:buNone/>
            </a:pPr>
            <a:r>
              <a:rPr b="1" i="1" lang="en-US" sz="9000">
                <a:solidFill>
                  <a:schemeClr val="accent1"/>
                </a:solidFill>
                <a:latin typeface="Archivo Narrow"/>
                <a:ea typeface="Archivo Narrow"/>
                <a:cs typeface="Archivo Narrow"/>
                <a:sym typeface="Archivo Narrow"/>
              </a:rPr>
              <a:t>Sheet Happens!</a:t>
            </a:r>
            <a:endParaRPr sz="9000">
              <a:latin typeface="Archivo Narrow"/>
              <a:ea typeface="Archivo Narrow"/>
              <a:cs typeface="Archivo Narrow"/>
              <a:sym typeface="Archivo Narrow"/>
            </a:endParaRPr>
          </a:p>
        </p:txBody>
      </p:sp>
      <p:sp>
        <p:nvSpPr>
          <p:cNvPr id="235" name="Google Shape;235;p36"/>
          <p:cNvSpPr txBox="1"/>
          <p:nvPr/>
        </p:nvSpPr>
        <p:spPr>
          <a:xfrm>
            <a:off x="1217693" y="4823925"/>
            <a:ext cx="18968400" cy="8463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accent1"/>
              </a:buClr>
              <a:buSzPts val="4000"/>
              <a:buFont typeface="Ultra"/>
              <a:buNone/>
            </a:pPr>
            <a:r>
              <a:t/>
            </a:r>
            <a:endParaRPr b="1" sz="4200">
              <a:latin typeface="Archivo Narrow"/>
              <a:ea typeface="Archivo Narrow"/>
              <a:cs typeface="Archivo Narrow"/>
              <a:sym typeface="Archivo Narrow"/>
            </a:endParaRPr>
          </a:p>
        </p:txBody>
      </p:sp>
      <p:sp>
        <p:nvSpPr>
          <p:cNvPr id="236" name="Google Shape;236;p36" title="Green footer bar with page number"/>
          <p:cNvSpPr/>
          <p:nvPr/>
        </p:nvSpPr>
        <p:spPr>
          <a:xfrm>
            <a:off x="0" y="13175866"/>
            <a:ext cx="24384000" cy="54870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id="237" name="Google Shape;237;p36"/>
          <p:cNvSpPr txBox="1"/>
          <p:nvPr/>
        </p:nvSpPr>
        <p:spPr>
          <a:xfrm>
            <a:off x="23835359" y="13175866"/>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2000"/>
              <a:buFont typeface="Arial"/>
              <a:buNone/>
            </a:pPr>
            <a:fld id="{00000000-1234-1234-1234-123412341234}" type="slidenum">
              <a:rPr b="1" i="0" lang="en-US" sz="2000" u="none" cap="none" strike="noStrike">
                <a:solidFill>
                  <a:schemeClr val="accent1"/>
                </a:solidFill>
                <a:latin typeface="Arial"/>
                <a:ea typeface="Arial"/>
                <a:cs typeface="Arial"/>
                <a:sym typeface="Arial"/>
              </a:rPr>
              <a:t>‹#›</a:t>
            </a:fld>
            <a:endParaRPr b="1" i="0" sz="2000" u="none" cap="none" strike="noStrike">
              <a:solidFill>
                <a:schemeClr val="accent1"/>
              </a:solidFill>
              <a:latin typeface="Arial"/>
              <a:ea typeface="Arial"/>
              <a:cs typeface="Arial"/>
              <a:sym typeface="Arial"/>
            </a:endParaRPr>
          </a:p>
        </p:txBody>
      </p:sp>
      <p:pic>
        <p:nvPicPr>
          <p:cNvPr id="238" name="Google Shape;238;p36" title="Sheet Happens 5 (wk 2).png"/>
          <p:cNvPicPr preferRelativeResize="0"/>
          <p:nvPr/>
        </p:nvPicPr>
        <p:blipFill>
          <a:blip r:embed="rId4">
            <a:alphaModFix/>
          </a:blip>
          <a:stretch>
            <a:fillRect/>
          </a:stretch>
        </p:blipFill>
        <p:spPr>
          <a:xfrm>
            <a:off x="2878125" y="3833575"/>
            <a:ext cx="7799300" cy="79256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alpha val="0"/>
          </a:schemeClr>
        </a:solidFill>
      </p:bgPr>
    </p:bg>
    <p:spTree>
      <p:nvGrpSpPr>
        <p:cNvPr id="242" name="Shape 242"/>
        <p:cNvGrpSpPr/>
        <p:nvPr/>
      </p:nvGrpSpPr>
      <p:grpSpPr>
        <a:xfrm>
          <a:off x="0" y="0"/>
          <a:ext cx="0" cy="0"/>
          <a:chOff x="0" y="0"/>
          <a:chExt cx="0" cy="0"/>
        </a:xfrm>
      </p:grpSpPr>
      <p:pic>
        <p:nvPicPr>
          <p:cNvPr id="243" name="Google Shape;243;p37"/>
          <p:cNvPicPr preferRelativeResize="0"/>
          <p:nvPr/>
        </p:nvPicPr>
        <p:blipFill rotWithShape="1">
          <a:blip r:embed="rId3">
            <a:alphaModFix/>
          </a:blip>
          <a:srcRect b="1579" l="0" r="0" t="1569"/>
          <a:stretch/>
        </p:blipFill>
        <p:spPr>
          <a:xfrm>
            <a:off x="342431" y="499915"/>
            <a:ext cx="547744" cy="541653"/>
          </a:xfrm>
          <a:prstGeom prst="rect">
            <a:avLst/>
          </a:prstGeom>
          <a:noFill/>
          <a:ln>
            <a:noFill/>
          </a:ln>
        </p:spPr>
      </p:pic>
      <p:sp>
        <p:nvSpPr>
          <p:cNvPr id="244" name="Google Shape;244;p37"/>
          <p:cNvSpPr txBox="1"/>
          <p:nvPr/>
        </p:nvSpPr>
        <p:spPr>
          <a:xfrm>
            <a:off x="1224212" y="549243"/>
            <a:ext cx="8083500" cy="40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2600"/>
              <a:buFont typeface="Arial"/>
              <a:buNone/>
            </a:pPr>
            <a:r>
              <a:rPr b="1" lang="en-US" sz="2600">
                <a:solidFill>
                  <a:schemeClr val="dk2"/>
                </a:solidFill>
                <a:latin typeface="Archivo"/>
                <a:ea typeface="Archivo"/>
                <a:cs typeface="Archivo"/>
                <a:sym typeface="Archivo"/>
              </a:rPr>
              <a:t>BA 336: Essentials of Information Systems</a:t>
            </a:r>
            <a:endParaRPr b="1" i="0" sz="2600" u="none" cap="none" strike="noStrike">
              <a:solidFill>
                <a:schemeClr val="dk2"/>
              </a:solidFill>
              <a:latin typeface="Archivo"/>
              <a:ea typeface="Archivo"/>
              <a:cs typeface="Archivo"/>
              <a:sym typeface="Archivo"/>
            </a:endParaRPr>
          </a:p>
        </p:txBody>
      </p:sp>
      <p:sp>
        <p:nvSpPr>
          <p:cNvPr id="245" name="Google Shape;245;p37"/>
          <p:cNvSpPr txBox="1"/>
          <p:nvPr/>
        </p:nvSpPr>
        <p:spPr>
          <a:xfrm>
            <a:off x="2539175" y="2310175"/>
            <a:ext cx="9789000" cy="15234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chemeClr val="accent1"/>
              </a:buClr>
              <a:buSzPts val="10000"/>
              <a:buFont typeface="Arial"/>
              <a:buNone/>
            </a:pPr>
            <a:r>
              <a:rPr b="1" i="1" lang="en-US" sz="9000">
                <a:solidFill>
                  <a:schemeClr val="accent1"/>
                </a:solidFill>
                <a:latin typeface="Archivo Narrow"/>
                <a:ea typeface="Archivo Narrow"/>
                <a:cs typeface="Archivo Narrow"/>
                <a:sym typeface="Archivo Narrow"/>
              </a:rPr>
              <a:t>Sheet Happens!</a:t>
            </a:r>
            <a:endParaRPr sz="9000">
              <a:latin typeface="Archivo Narrow"/>
              <a:ea typeface="Archivo Narrow"/>
              <a:cs typeface="Archivo Narrow"/>
              <a:sym typeface="Archivo Narrow"/>
            </a:endParaRPr>
          </a:p>
        </p:txBody>
      </p:sp>
      <p:sp>
        <p:nvSpPr>
          <p:cNvPr id="246" name="Google Shape;246;p37"/>
          <p:cNvSpPr txBox="1"/>
          <p:nvPr/>
        </p:nvSpPr>
        <p:spPr>
          <a:xfrm>
            <a:off x="1217693" y="4823925"/>
            <a:ext cx="18968400" cy="8463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accent1"/>
              </a:buClr>
              <a:buSzPts val="4000"/>
              <a:buFont typeface="Ultra"/>
              <a:buNone/>
            </a:pPr>
            <a:r>
              <a:t/>
            </a:r>
            <a:endParaRPr b="1" sz="4200">
              <a:latin typeface="Archivo Narrow"/>
              <a:ea typeface="Archivo Narrow"/>
              <a:cs typeface="Archivo Narrow"/>
              <a:sym typeface="Archivo Narrow"/>
            </a:endParaRPr>
          </a:p>
        </p:txBody>
      </p:sp>
      <p:sp>
        <p:nvSpPr>
          <p:cNvPr id="247" name="Google Shape;247;p37" title="Green footer bar with page number"/>
          <p:cNvSpPr/>
          <p:nvPr/>
        </p:nvSpPr>
        <p:spPr>
          <a:xfrm>
            <a:off x="0" y="13175866"/>
            <a:ext cx="24384000" cy="54870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id="248" name="Google Shape;248;p37"/>
          <p:cNvSpPr txBox="1"/>
          <p:nvPr/>
        </p:nvSpPr>
        <p:spPr>
          <a:xfrm>
            <a:off x="23835359" y="13175866"/>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2000"/>
              <a:buFont typeface="Arial"/>
              <a:buNone/>
            </a:pPr>
            <a:fld id="{00000000-1234-1234-1234-123412341234}" type="slidenum">
              <a:rPr b="1" i="0" lang="en-US" sz="2000" u="none" cap="none" strike="noStrike">
                <a:solidFill>
                  <a:schemeClr val="accent1"/>
                </a:solidFill>
                <a:latin typeface="Arial"/>
                <a:ea typeface="Arial"/>
                <a:cs typeface="Arial"/>
                <a:sym typeface="Arial"/>
              </a:rPr>
              <a:t>‹#›</a:t>
            </a:fld>
            <a:endParaRPr b="1" i="0" sz="2000" u="none" cap="none" strike="noStrike">
              <a:solidFill>
                <a:schemeClr val="accent1"/>
              </a:solidFill>
              <a:latin typeface="Arial"/>
              <a:ea typeface="Arial"/>
              <a:cs typeface="Arial"/>
              <a:sym typeface="Arial"/>
            </a:endParaRPr>
          </a:p>
        </p:txBody>
      </p:sp>
      <p:pic>
        <p:nvPicPr>
          <p:cNvPr id="249" name="Google Shape;249;p37" title="Sheet Happens 6 (wk 2).png"/>
          <p:cNvPicPr preferRelativeResize="0"/>
          <p:nvPr/>
        </p:nvPicPr>
        <p:blipFill>
          <a:blip r:embed="rId4">
            <a:alphaModFix/>
          </a:blip>
          <a:stretch>
            <a:fillRect/>
          </a:stretch>
        </p:blipFill>
        <p:spPr>
          <a:xfrm>
            <a:off x="1965775" y="4360950"/>
            <a:ext cx="15670050" cy="66591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alpha val="0"/>
          </a:schemeClr>
        </a:solidFill>
      </p:bgPr>
    </p:bg>
    <p:spTree>
      <p:nvGrpSpPr>
        <p:cNvPr id="253" name="Shape 253"/>
        <p:cNvGrpSpPr/>
        <p:nvPr/>
      </p:nvGrpSpPr>
      <p:grpSpPr>
        <a:xfrm>
          <a:off x="0" y="0"/>
          <a:ext cx="0" cy="0"/>
          <a:chOff x="0" y="0"/>
          <a:chExt cx="0" cy="0"/>
        </a:xfrm>
      </p:grpSpPr>
      <p:pic>
        <p:nvPicPr>
          <p:cNvPr id="254" name="Google Shape;254;p38"/>
          <p:cNvPicPr preferRelativeResize="0"/>
          <p:nvPr/>
        </p:nvPicPr>
        <p:blipFill rotWithShape="1">
          <a:blip r:embed="rId3">
            <a:alphaModFix/>
          </a:blip>
          <a:srcRect b="1579" l="0" r="0" t="1569"/>
          <a:stretch/>
        </p:blipFill>
        <p:spPr>
          <a:xfrm>
            <a:off x="342431" y="499915"/>
            <a:ext cx="547744" cy="541653"/>
          </a:xfrm>
          <a:prstGeom prst="rect">
            <a:avLst/>
          </a:prstGeom>
          <a:noFill/>
          <a:ln>
            <a:noFill/>
          </a:ln>
        </p:spPr>
      </p:pic>
      <p:sp>
        <p:nvSpPr>
          <p:cNvPr id="255" name="Google Shape;255;p38"/>
          <p:cNvSpPr txBox="1"/>
          <p:nvPr/>
        </p:nvSpPr>
        <p:spPr>
          <a:xfrm>
            <a:off x="1224212" y="549243"/>
            <a:ext cx="8083500" cy="40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2600"/>
              <a:buFont typeface="Arial"/>
              <a:buNone/>
            </a:pPr>
            <a:r>
              <a:rPr b="1" lang="en-US" sz="2600">
                <a:solidFill>
                  <a:schemeClr val="dk2"/>
                </a:solidFill>
                <a:latin typeface="Archivo"/>
                <a:ea typeface="Archivo"/>
                <a:cs typeface="Archivo"/>
                <a:sym typeface="Archivo"/>
              </a:rPr>
              <a:t>BA 336: Essentials of Information Systems</a:t>
            </a:r>
            <a:endParaRPr b="1" i="0" sz="2600" u="none" cap="none" strike="noStrike">
              <a:solidFill>
                <a:schemeClr val="dk2"/>
              </a:solidFill>
              <a:latin typeface="Archivo"/>
              <a:ea typeface="Archivo"/>
              <a:cs typeface="Archivo"/>
              <a:sym typeface="Archivo"/>
            </a:endParaRPr>
          </a:p>
        </p:txBody>
      </p:sp>
      <p:sp>
        <p:nvSpPr>
          <p:cNvPr id="256" name="Google Shape;256;p38"/>
          <p:cNvSpPr txBox="1"/>
          <p:nvPr/>
        </p:nvSpPr>
        <p:spPr>
          <a:xfrm>
            <a:off x="1381725" y="1519250"/>
            <a:ext cx="9789000" cy="15234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chemeClr val="accent1"/>
              </a:buClr>
              <a:buSzPts val="10000"/>
              <a:buFont typeface="Arial"/>
              <a:buNone/>
            </a:pPr>
            <a:r>
              <a:rPr b="1" i="1" lang="en-US" sz="9000">
                <a:solidFill>
                  <a:schemeClr val="accent1"/>
                </a:solidFill>
                <a:latin typeface="Archivo Narrow"/>
                <a:ea typeface="Archivo Narrow"/>
                <a:cs typeface="Archivo Narrow"/>
                <a:sym typeface="Archivo Narrow"/>
              </a:rPr>
              <a:t>Sheet Happens!</a:t>
            </a:r>
            <a:endParaRPr sz="9000">
              <a:latin typeface="Archivo Narrow"/>
              <a:ea typeface="Archivo Narrow"/>
              <a:cs typeface="Archivo Narrow"/>
              <a:sym typeface="Archivo Narrow"/>
            </a:endParaRPr>
          </a:p>
        </p:txBody>
      </p:sp>
      <p:sp>
        <p:nvSpPr>
          <p:cNvPr id="257" name="Google Shape;257;p38" title="Green footer bar with page number"/>
          <p:cNvSpPr/>
          <p:nvPr/>
        </p:nvSpPr>
        <p:spPr>
          <a:xfrm>
            <a:off x="0" y="13175866"/>
            <a:ext cx="24384000" cy="54870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id="258" name="Google Shape;258;p38"/>
          <p:cNvSpPr txBox="1"/>
          <p:nvPr/>
        </p:nvSpPr>
        <p:spPr>
          <a:xfrm>
            <a:off x="23835359" y="13175866"/>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2000"/>
              <a:buFont typeface="Arial"/>
              <a:buNone/>
            </a:pPr>
            <a:fld id="{00000000-1234-1234-1234-123412341234}" type="slidenum">
              <a:rPr b="1" i="0" lang="en-US" sz="2000" u="none" cap="none" strike="noStrike">
                <a:solidFill>
                  <a:schemeClr val="accent1"/>
                </a:solidFill>
                <a:latin typeface="Arial"/>
                <a:ea typeface="Arial"/>
                <a:cs typeface="Arial"/>
                <a:sym typeface="Arial"/>
              </a:rPr>
              <a:t>‹#›</a:t>
            </a:fld>
            <a:endParaRPr b="1" i="0" sz="2000" u="none" cap="none" strike="noStrike">
              <a:solidFill>
                <a:schemeClr val="accent1"/>
              </a:solidFill>
              <a:latin typeface="Arial"/>
              <a:ea typeface="Arial"/>
              <a:cs typeface="Arial"/>
              <a:sym typeface="Arial"/>
            </a:endParaRPr>
          </a:p>
        </p:txBody>
      </p:sp>
      <p:pic>
        <p:nvPicPr>
          <p:cNvPr id="259" name="Google Shape;259;p38" title="Sheet Happens 7 (wk 2).png"/>
          <p:cNvPicPr preferRelativeResize="0"/>
          <p:nvPr/>
        </p:nvPicPr>
        <p:blipFill>
          <a:blip r:embed="rId4">
            <a:alphaModFix/>
          </a:blip>
          <a:stretch>
            <a:fillRect/>
          </a:stretch>
        </p:blipFill>
        <p:spPr>
          <a:xfrm>
            <a:off x="7063300" y="8128188"/>
            <a:ext cx="15199376" cy="3910950"/>
          </a:xfrm>
          <a:prstGeom prst="rect">
            <a:avLst/>
          </a:prstGeom>
          <a:noFill/>
          <a:ln>
            <a:noFill/>
          </a:ln>
        </p:spPr>
      </p:pic>
      <p:pic>
        <p:nvPicPr>
          <p:cNvPr id="260" name="Google Shape;260;p38" title="Sheet Happens 7.5 (wk 2).png"/>
          <p:cNvPicPr preferRelativeResize="0"/>
          <p:nvPr/>
        </p:nvPicPr>
        <p:blipFill>
          <a:blip r:embed="rId5">
            <a:alphaModFix/>
          </a:blip>
          <a:stretch>
            <a:fillRect/>
          </a:stretch>
        </p:blipFill>
        <p:spPr>
          <a:xfrm>
            <a:off x="9686900" y="1799100"/>
            <a:ext cx="12090349" cy="58096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64" name="Shape 264"/>
        <p:cNvGrpSpPr/>
        <p:nvPr/>
      </p:nvGrpSpPr>
      <p:grpSpPr>
        <a:xfrm>
          <a:off x="0" y="0"/>
          <a:ext cx="0" cy="0"/>
          <a:chOff x="0" y="0"/>
          <a:chExt cx="0" cy="0"/>
        </a:xfrm>
      </p:grpSpPr>
      <p:sp>
        <p:nvSpPr>
          <p:cNvPr id="265" name="Google Shape;265;p39"/>
          <p:cNvSpPr txBox="1"/>
          <p:nvPr/>
        </p:nvSpPr>
        <p:spPr>
          <a:xfrm>
            <a:off x="3481075" y="5236475"/>
            <a:ext cx="17524200" cy="2203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lt1"/>
              </a:buClr>
              <a:buSzPts val="15500"/>
              <a:buFont typeface="Arial"/>
              <a:buNone/>
            </a:pPr>
            <a:r>
              <a:rPr b="1" i="1" lang="en-US" sz="15500">
                <a:solidFill>
                  <a:schemeClr val="lt1"/>
                </a:solidFill>
                <a:latin typeface="Archivo Narrow"/>
                <a:ea typeface="Archivo Narrow"/>
                <a:cs typeface="Archivo Narrow"/>
                <a:sym typeface="Archivo Narrow"/>
              </a:rPr>
              <a:t>Excel</a:t>
            </a:r>
            <a:endParaRPr b="1">
              <a:latin typeface="Archivo Narrow"/>
              <a:ea typeface="Archivo Narrow"/>
              <a:cs typeface="Archivo Narrow"/>
              <a:sym typeface="Archivo Narrow"/>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alpha val="0"/>
          </a:schemeClr>
        </a:solidFill>
      </p:bgPr>
    </p:bg>
    <p:spTree>
      <p:nvGrpSpPr>
        <p:cNvPr id="269" name="Shape 269"/>
        <p:cNvGrpSpPr/>
        <p:nvPr/>
      </p:nvGrpSpPr>
      <p:grpSpPr>
        <a:xfrm>
          <a:off x="0" y="0"/>
          <a:ext cx="0" cy="0"/>
          <a:chOff x="0" y="0"/>
          <a:chExt cx="0" cy="0"/>
        </a:xfrm>
      </p:grpSpPr>
      <p:pic>
        <p:nvPicPr>
          <p:cNvPr id="270" name="Google Shape;270;p40"/>
          <p:cNvPicPr preferRelativeResize="0"/>
          <p:nvPr/>
        </p:nvPicPr>
        <p:blipFill rotWithShape="1">
          <a:blip r:embed="rId3">
            <a:alphaModFix/>
          </a:blip>
          <a:srcRect b="1579" l="0" r="0" t="1569"/>
          <a:stretch/>
        </p:blipFill>
        <p:spPr>
          <a:xfrm>
            <a:off x="342431" y="499915"/>
            <a:ext cx="547744" cy="541653"/>
          </a:xfrm>
          <a:prstGeom prst="rect">
            <a:avLst/>
          </a:prstGeom>
          <a:noFill/>
          <a:ln>
            <a:noFill/>
          </a:ln>
        </p:spPr>
      </p:pic>
      <p:sp>
        <p:nvSpPr>
          <p:cNvPr id="271" name="Google Shape;271;p40"/>
          <p:cNvSpPr txBox="1"/>
          <p:nvPr/>
        </p:nvSpPr>
        <p:spPr>
          <a:xfrm>
            <a:off x="1224212" y="549243"/>
            <a:ext cx="8083500" cy="40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2600"/>
              <a:buFont typeface="Arial"/>
              <a:buNone/>
            </a:pPr>
            <a:r>
              <a:rPr b="1" lang="en-US" sz="2600">
                <a:solidFill>
                  <a:schemeClr val="dk2"/>
                </a:solidFill>
                <a:latin typeface="Archivo"/>
                <a:ea typeface="Archivo"/>
                <a:cs typeface="Archivo"/>
                <a:sym typeface="Archivo"/>
              </a:rPr>
              <a:t>BA 336: Essentials of Information Systems</a:t>
            </a:r>
            <a:endParaRPr b="1" i="0" sz="2600" u="none" cap="none" strike="noStrike">
              <a:solidFill>
                <a:schemeClr val="dk2"/>
              </a:solidFill>
              <a:latin typeface="Archivo"/>
              <a:ea typeface="Archivo"/>
              <a:cs typeface="Archivo"/>
              <a:sym typeface="Archivo"/>
            </a:endParaRPr>
          </a:p>
        </p:txBody>
      </p:sp>
      <p:sp>
        <p:nvSpPr>
          <p:cNvPr id="272" name="Google Shape;272;p40"/>
          <p:cNvSpPr txBox="1"/>
          <p:nvPr/>
        </p:nvSpPr>
        <p:spPr>
          <a:xfrm>
            <a:off x="13108350" y="2310175"/>
            <a:ext cx="10568100" cy="15234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chemeClr val="accent1"/>
              </a:buClr>
              <a:buSzPts val="10000"/>
              <a:buFont typeface="Arial"/>
              <a:buNone/>
            </a:pPr>
            <a:r>
              <a:rPr b="1" i="1" lang="en-US" sz="9000">
                <a:solidFill>
                  <a:schemeClr val="accent1"/>
                </a:solidFill>
                <a:latin typeface="Archivo Narrow"/>
                <a:ea typeface="Archivo Narrow"/>
                <a:cs typeface="Archivo Narrow"/>
                <a:sym typeface="Archivo Narrow"/>
              </a:rPr>
              <a:t>The Holy Trinity of Intermediate Excel Functions</a:t>
            </a:r>
            <a:endParaRPr sz="9000">
              <a:latin typeface="Archivo Narrow"/>
              <a:ea typeface="Archivo Narrow"/>
              <a:cs typeface="Archivo Narrow"/>
              <a:sym typeface="Archivo Narrow"/>
            </a:endParaRPr>
          </a:p>
        </p:txBody>
      </p:sp>
      <p:sp>
        <p:nvSpPr>
          <p:cNvPr id="273" name="Google Shape;273;p40"/>
          <p:cNvSpPr txBox="1"/>
          <p:nvPr/>
        </p:nvSpPr>
        <p:spPr>
          <a:xfrm>
            <a:off x="1217693" y="4823925"/>
            <a:ext cx="18968400" cy="8463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accent1"/>
              </a:buClr>
              <a:buSzPts val="4000"/>
              <a:buFont typeface="Ultra"/>
              <a:buNone/>
            </a:pPr>
            <a:r>
              <a:t/>
            </a:r>
            <a:endParaRPr b="1" sz="4200">
              <a:latin typeface="Archivo Narrow"/>
              <a:ea typeface="Archivo Narrow"/>
              <a:cs typeface="Archivo Narrow"/>
              <a:sym typeface="Archivo Narrow"/>
            </a:endParaRPr>
          </a:p>
        </p:txBody>
      </p:sp>
      <p:sp>
        <p:nvSpPr>
          <p:cNvPr id="274" name="Google Shape;274;p40"/>
          <p:cNvSpPr txBox="1"/>
          <p:nvPr/>
        </p:nvSpPr>
        <p:spPr>
          <a:xfrm>
            <a:off x="13108350" y="5984250"/>
            <a:ext cx="9966600" cy="4228800"/>
          </a:xfrm>
          <a:prstGeom prst="rect">
            <a:avLst/>
          </a:prstGeom>
          <a:noFill/>
          <a:ln>
            <a:noFill/>
          </a:ln>
        </p:spPr>
        <p:txBody>
          <a:bodyPr anchorCtr="0" anchor="t" bIns="0" lIns="0" spcFirstLastPara="1" rIns="0" wrap="square" tIns="0">
            <a:noAutofit/>
          </a:bodyPr>
          <a:lstStyle/>
          <a:p>
            <a:pPr indent="-482600" lvl="0" marL="45720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IF</a:t>
            </a:r>
            <a:endParaRPr sz="4000">
              <a:solidFill>
                <a:schemeClr val="dk2"/>
              </a:solidFill>
              <a:latin typeface="Archivo"/>
              <a:ea typeface="Archivo"/>
              <a:cs typeface="Archivo"/>
              <a:sym typeface="Archivo"/>
            </a:endParaRPr>
          </a:p>
          <a:p>
            <a:pPr indent="-482600" lvl="0" marL="457200" marR="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VLOOKUP </a:t>
            </a:r>
            <a:endParaRPr sz="4000">
              <a:solidFill>
                <a:schemeClr val="dk2"/>
              </a:solidFill>
              <a:latin typeface="Archivo"/>
              <a:ea typeface="Archivo"/>
              <a:cs typeface="Archivo"/>
              <a:sym typeface="Archivo"/>
            </a:endParaRPr>
          </a:p>
          <a:p>
            <a:pPr indent="-482600" lvl="0" marL="457200" marR="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Pivot Tables (Week 5) </a:t>
            </a:r>
            <a:endParaRPr sz="4000">
              <a:solidFill>
                <a:schemeClr val="dk2"/>
              </a:solidFill>
              <a:latin typeface="Archivo"/>
              <a:ea typeface="Archivo"/>
              <a:cs typeface="Archivo"/>
              <a:sym typeface="Archivo"/>
            </a:endParaRPr>
          </a:p>
          <a:p>
            <a:pPr indent="0" lvl="0" marL="0" marR="0" rtl="0" algn="l">
              <a:lnSpc>
                <a:spcPct val="140000"/>
              </a:lnSpc>
              <a:spcBef>
                <a:spcPts val="0"/>
              </a:spcBef>
              <a:spcAft>
                <a:spcPts val="0"/>
              </a:spcAft>
              <a:buNone/>
            </a:pPr>
            <a:r>
              <a:t/>
            </a:r>
            <a:endParaRPr sz="4000">
              <a:solidFill>
                <a:schemeClr val="dk2"/>
              </a:solidFill>
              <a:latin typeface="Archivo"/>
              <a:ea typeface="Archivo"/>
              <a:cs typeface="Archivo"/>
              <a:sym typeface="Archivo"/>
            </a:endParaRPr>
          </a:p>
          <a:p>
            <a:pPr indent="0" lvl="0" marL="0" marR="0" rtl="0" algn="l">
              <a:lnSpc>
                <a:spcPct val="140000"/>
              </a:lnSpc>
              <a:spcBef>
                <a:spcPts val="0"/>
              </a:spcBef>
              <a:spcAft>
                <a:spcPts val="0"/>
              </a:spcAft>
              <a:buNone/>
            </a:pPr>
            <a:r>
              <a:t/>
            </a:r>
            <a:endParaRPr sz="4000">
              <a:solidFill>
                <a:schemeClr val="dk2"/>
              </a:solidFill>
              <a:latin typeface="Archivo"/>
              <a:ea typeface="Archivo"/>
              <a:cs typeface="Archivo"/>
              <a:sym typeface="Archivo"/>
            </a:endParaRPr>
          </a:p>
          <a:p>
            <a:pPr indent="0" lvl="0" marL="457200" marR="0" rtl="0" algn="l">
              <a:lnSpc>
                <a:spcPct val="140000"/>
              </a:lnSpc>
              <a:spcBef>
                <a:spcPts val="0"/>
              </a:spcBef>
              <a:spcAft>
                <a:spcPts val="0"/>
              </a:spcAft>
              <a:buNone/>
            </a:pPr>
            <a:r>
              <a:t/>
            </a:r>
            <a:endParaRPr sz="4000">
              <a:solidFill>
                <a:schemeClr val="dk2"/>
              </a:solidFill>
              <a:latin typeface="Archivo"/>
              <a:ea typeface="Archivo"/>
              <a:cs typeface="Archivo"/>
              <a:sym typeface="Archivo"/>
            </a:endParaRPr>
          </a:p>
          <a:p>
            <a:pPr indent="0" lvl="0" marL="0" marR="0" rtl="0" algn="l">
              <a:lnSpc>
                <a:spcPct val="140000"/>
              </a:lnSpc>
              <a:spcBef>
                <a:spcPts val="0"/>
              </a:spcBef>
              <a:spcAft>
                <a:spcPts val="0"/>
              </a:spcAft>
              <a:buNone/>
            </a:pPr>
            <a:r>
              <a:t/>
            </a:r>
            <a:endParaRPr sz="4000">
              <a:solidFill>
                <a:schemeClr val="dk2"/>
              </a:solidFill>
              <a:latin typeface="Archivo"/>
              <a:ea typeface="Archivo"/>
              <a:cs typeface="Archivo"/>
              <a:sym typeface="Archivo"/>
            </a:endParaRPr>
          </a:p>
        </p:txBody>
      </p:sp>
      <p:sp>
        <p:nvSpPr>
          <p:cNvPr id="275" name="Google Shape;275;p40" title="Green footer bar with page number"/>
          <p:cNvSpPr/>
          <p:nvPr/>
        </p:nvSpPr>
        <p:spPr>
          <a:xfrm>
            <a:off x="0" y="13175866"/>
            <a:ext cx="24384000" cy="54870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id="276" name="Google Shape;276;p40"/>
          <p:cNvSpPr txBox="1"/>
          <p:nvPr/>
        </p:nvSpPr>
        <p:spPr>
          <a:xfrm>
            <a:off x="23835359" y="13175866"/>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2000"/>
              <a:buFont typeface="Arial"/>
              <a:buNone/>
            </a:pPr>
            <a:fld id="{00000000-1234-1234-1234-123412341234}" type="slidenum">
              <a:rPr b="1" i="0" lang="en-US" sz="2000" u="none" cap="none" strike="noStrike">
                <a:solidFill>
                  <a:schemeClr val="accent1"/>
                </a:solidFill>
                <a:latin typeface="Arial"/>
                <a:ea typeface="Arial"/>
                <a:cs typeface="Arial"/>
                <a:sym typeface="Arial"/>
              </a:rPr>
              <a:t>‹#›</a:t>
            </a:fld>
            <a:endParaRPr b="1" i="0" sz="2000" u="none" cap="none" strike="noStrike">
              <a:solidFill>
                <a:schemeClr val="accent1"/>
              </a:solidFill>
              <a:latin typeface="Arial"/>
              <a:ea typeface="Arial"/>
              <a:cs typeface="Arial"/>
              <a:sym typeface="Arial"/>
            </a:endParaRPr>
          </a:p>
        </p:txBody>
      </p:sp>
      <p:pic>
        <p:nvPicPr>
          <p:cNvPr id="277" name="Google Shape;277;p40"/>
          <p:cNvPicPr preferRelativeResize="0"/>
          <p:nvPr/>
        </p:nvPicPr>
        <p:blipFill>
          <a:blip r:embed="rId4">
            <a:alphaModFix/>
          </a:blip>
          <a:stretch>
            <a:fillRect/>
          </a:stretch>
        </p:blipFill>
        <p:spPr>
          <a:xfrm>
            <a:off x="890175" y="2714236"/>
            <a:ext cx="10568100" cy="886798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alpha val="0"/>
          </a:schemeClr>
        </a:solidFill>
      </p:bgPr>
    </p:bg>
    <p:spTree>
      <p:nvGrpSpPr>
        <p:cNvPr id="281" name="Shape 281"/>
        <p:cNvGrpSpPr/>
        <p:nvPr/>
      </p:nvGrpSpPr>
      <p:grpSpPr>
        <a:xfrm>
          <a:off x="0" y="0"/>
          <a:ext cx="0" cy="0"/>
          <a:chOff x="0" y="0"/>
          <a:chExt cx="0" cy="0"/>
        </a:xfrm>
      </p:grpSpPr>
      <p:pic>
        <p:nvPicPr>
          <p:cNvPr id="282" name="Google Shape;282;p41"/>
          <p:cNvPicPr preferRelativeResize="0"/>
          <p:nvPr/>
        </p:nvPicPr>
        <p:blipFill rotWithShape="1">
          <a:blip r:embed="rId3">
            <a:alphaModFix/>
          </a:blip>
          <a:srcRect b="1579" l="0" r="0" t="1569"/>
          <a:stretch/>
        </p:blipFill>
        <p:spPr>
          <a:xfrm>
            <a:off x="342431" y="499915"/>
            <a:ext cx="547744" cy="541653"/>
          </a:xfrm>
          <a:prstGeom prst="rect">
            <a:avLst/>
          </a:prstGeom>
          <a:noFill/>
          <a:ln>
            <a:noFill/>
          </a:ln>
        </p:spPr>
      </p:pic>
      <p:sp>
        <p:nvSpPr>
          <p:cNvPr id="283" name="Google Shape;283;p41"/>
          <p:cNvSpPr txBox="1"/>
          <p:nvPr/>
        </p:nvSpPr>
        <p:spPr>
          <a:xfrm>
            <a:off x="1224212" y="549243"/>
            <a:ext cx="8083500" cy="40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2600"/>
              <a:buFont typeface="Arial"/>
              <a:buNone/>
            </a:pPr>
            <a:r>
              <a:rPr b="1" lang="en-US" sz="2600">
                <a:solidFill>
                  <a:schemeClr val="dk2"/>
                </a:solidFill>
                <a:latin typeface="Archivo"/>
                <a:ea typeface="Archivo"/>
                <a:cs typeface="Archivo"/>
                <a:sym typeface="Archivo"/>
              </a:rPr>
              <a:t>BA 336: Essentials of Information Systems</a:t>
            </a:r>
            <a:endParaRPr b="1" i="0" sz="2600" u="none" cap="none" strike="noStrike">
              <a:solidFill>
                <a:schemeClr val="dk2"/>
              </a:solidFill>
              <a:latin typeface="Archivo"/>
              <a:ea typeface="Archivo"/>
              <a:cs typeface="Archivo"/>
              <a:sym typeface="Archivo"/>
            </a:endParaRPr>
          </a:p>
        </p:txBody>
      </p:sp>
      <p:sp>
        <p:nvSpPr>
          <p:cNvPr id="284" name="Google Shape;284;p41"/>
          <p:cNvSpPr txBox="1"/>
          <p:nvPr/>
        </p:nvSpPr>
        <p:spPr>
          <a:xfrm>
            <a:off x="1120824" y="2171050"/>
            <a:ext cx="18968400" cy="15234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chemeClr val="accent1"/>
              </a:buClr>
              <a:buSzPts val="10000"/>
              <a:buFont typeface="Arial"/>
              <a:buNone/>
            </a:pPr>
            <a:r>
              <a:rPr b="1" i="1" lang="en-US" sz="9000">
                <a:solidFill>
                  <a:schemeClr val="accent1"/>
                </a:solidFill>
                <a:latin typeface="Archivo Narrow"/>
                <a:ea typeface="Archivo Narrow"/>
                <a:cs typeface="Archivo Narrow"/>
                <a:sym typeface="Archivo Narrow"/>
              </a:rPr>
              <a:t>IF Statements: A Digital Fork in the Road</a:t>
            </a:r>
            <a:endParaRPr sz="9000">
              <a:latin typeface="Archivo Narrow"/>
              <a:ea typeface="Archivo Narrow"/>
              <a:cs typeface="Archivo Narrow"/>
              <a:sym typeface="Archivo Narrow"/>
            </a:endParaRPr>
          </a:p>
        </p:txBody>
      </p:sp>
      <p:sp>
        <p:nvSpPr>
          <p:cNvPr id="285" name="Google Shape;285;p41"/>
          <p:cNvSpPr txBox="1"/>
          <p:nvPr/>
        </p:nvSpPr>
        <p:spPr>
          <a:xfrm>
            <a:off x="1217693" y="4823925"/>
            <a:ext cx="18968400" cy="8463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accent1"/>
              </a:buClr>
              <a:buSzPts val="4000"/>
              <a:buFont typeface="Ultra"/>
              <a:buNone/>
            </a:pPr>
            <a:r>
              <a:t/>
            </a:r>
            <a:endParaRPr b="1" sz="4200">
              <a:latin typeface="Archivo Narrow"/>
              <a:ea typeface="Archivo Narrow"/>
              <a:cs typeface="Archivo Narrow"/>
              <a:sym typeface="Archivo Narrow"/>
            </a:endParaRPr>
          </a:p>
        </p:txBody>
      </p:sp>
      <p:sp>
        <p:nvSpPr>
          <p:cNvPr id="286" name="Google Shape;286;p41"/>
          <p:cNvSpPr txBox="1"/>
          <p:nvPr/>
        </p:nvSpPr>
        <p:spPr>
          <a:xfrm>
            <a:off x="1376600" y="4339775"/>
            <a:ext cx="10598400" cy="4228800"/>
          </a:xfrm>
          <a:prstGeom prst="rect">
            <a:avLst/>
          </a:prstGeom>
          <a:noFill/>
          <a:ln>
            <a:noFill/>
          </a:ln>
        </p:spPr>
        <p:txBody>
          <a:bodyPr anchorCtr="0" anchor="t" bIns="0" lIns="0" spcFirstLastPara="1" rIns="0" wrap="square" tIns="0">
            <a:noAutofit/>
          </a:bodyPr>
          <a:lstStyle/>
          <a:p>
            <a:pPr indent="-482600" lvl="0" marL="457200" marR="0" rtl="0" algn="l">
              <a:lnSpc>
                <a:spcPct val="140000"/>
              </a:lnSpc>
              <a:spcBef>
                <a:spcPts val="0"/>
              </a:spcBef>
              <a:spcAft>
                <a:spcPts val="0"/>
              </a:spcAft>
              <a:buClr>
                <a:schemeClr val="dk2"/>
              </a:buClr>
              <a:buSzPts val="4000"/>
              <a:buFont typeface="Archivo"/>
              <a:buChar char="●"/>
            </a:pPr>
            <a:r>
              <a:rPr b="1" lang="en-US" sz="4000">
                <a:solidFill>
                  <a:schemeClr val="dk2"/>
                </a:solidFill>
                <a:latin typeface="Archivo"/>
                <a:ea typeface="Archivo"/>
                <a:cs typeface="Archivo"/>
                <a:sym typeface="Archivo"/>
              </a:rPr>
              <a:t>IF </a:t>
            </a:r>
            <a:r>
              <a:rPr lang="en-US" sz="4000">
                <a:solidFill>
                  <a:schemeClr val="dk2"/>
                </a:solidFill>
                <a:latin typeface="Archivo"/>
                <a:ea typeface="Archivo"/>
                <a:cs typeface="Archivo"/>
                <a:sym typeface="Archivo"/>
              </a:rPr>
              <a:t>a comparison is true →</a:t>
            </a:r>
            <a:endParaRPr sz="4000">
              <a:solidFill>
                <a:schemeClr val="dk2"/>
              </a:solidFill>
              <a:latin typeface="Archivo"/>
              <a:ea typeface="Archivo"/>
              <a:cs typeface="Archivo"/>
              <a:sym typeface="Archivo"/>
            </a:endParaRPr>
          </a:p>
          <a:p>
            <a:pPr indent="-482600" lvl="1" marL="914400" marR="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Do this… </a:t>
            </a:r>
            <a:endParaRPr sz="4000">
              <a:solidFill>
                <a:schemeClr val="dk2"/>
              </a:solidFill>
              <a:latin typeface="Archivo"/>
              <a:ea typeface="Archivo"/>
              <a:cs typeface="Archivo"/>
              <a:sym typeface="Archivo"/>
            </a:endParaRPr>
          </a:p>
          <a:p>
            <a:pPr indent="0" lvl="0" marL="914400" marR="0" rtl="0" algn="l">
              <a:lnSpc>
                <a:spcPct val="140000"/>
              </a:lnSpc>
              <a:spcBef>
                <a:spcPts val="0"/>
              </a:spcBef>
              <a:spcAft>
                <a:spcPts val="0"/>
              </a:spcAft>
              <a:buNone/>
            </a:pPr>
            <a:r>
              <a:rPr b="1" lang="en-US" sz="4000">
                <a:solidFill>
                  <a:schemeClr val="dk2"/>
                </a:solidFill>
                <a:latin typeface="Archivo"/>
                <a:ea typeface="Archivo"/>
                <a:cs typeface="Archivo"/>
                <a:sym typeface="Archivo"/>
              </a:rPr>
              <a:t>Otherwise…</a:t>
            </a:r>
            <a:endParaRPr b="1" sz="4000">
              <a:solidFill>
                <a:schemeClr val="dk2"/>
              </a:solidFill>
              <a:latin typeface="Archivo"/>
              <a:ea typeface="Archivo"/>
              <a:cs typeface="Archivo"/>
              <a:sym typeface="Archivo"/>
            </a:endParaRPr>
          </a:p>
          <a:p>
            <a:pPr indent="-482600" lvl="1" marL="914400" marR="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Do something else </a:t>
            </a:r>
            <a:endParaRPr sz="4000">
              <a:solidFill>
                <a:schemeClr val="dk2"/>
              </a:solidFill>
              <a:latin typeface="Archivo"/>
              <a:ea typeface="Archivo"/>
              <a:cs typeface="Archivo"/>
              <a:sym typeface="Archivo"/>
            </a:endParaRPr>
          </a:p>
          <a:p>
            <a:pPr indent="0" lvl="0" marL="0" marR="0" rtl="0" algn="l">
              <a:lnSpc>
                <a:spcPct val="140000"/>
              </a:lnSpc>
              <a:spcBef>
                <a:spcPts val="0"/>
              </a:spcBef>
              <a:spcAft>
                <a:spcPts val="0"/>
              </a:spcAft>
              <a:buNone/>
            </a:pPr>
            <a:r>
              <a:t/>
            </a:r>
            <a:endParaRPr sz="4000">
              <a:solidFill>
                <a:schemeClr val="dk2"/>
              </a:solidFill>
              <a:latin typeface="Archivo"/>
              <a:ea typeface="Archivo"/>
              <a:cs typeface="Archivo"/>
              <a:sym typeface="Archivo"/>
            </a:endParaRPr>
          </a:p>
          <a:p>
            <a:pPr indent="0" lvl="0" marL="0" marR="0" rtl="0" algn="l">
              <a:lnSpc>
                <a:spcPct val="140000"/>
              </a:lnSpc>
              <a:spcBef>
                <a:spcPts val="0"/>
              </a:spcBef>
              <a:spcAft>
                <a:spcPts val="0"/>
              </a:spcAft>
              <a:buNone/>
            </a:pPr>
            <a:r>
              <a:t/>
            </a:r>
            <a:endParaRPr sz="4000">
              <a:solidFill>
                <a:schemeClr val="dk2"/>
              </a:solidFill>
              <a:latin typeface="Archivo"/>
              <a:ea typeface="Archivo"/>
              <a:cs typeface="Archivo"/>
              <a:sym typeface="Archivo"/>
            </a:endParaRPr>
          </a:p>
          <a:p>
            <a:pPr indent="0" lvl="0" marL="457200" marR="0" rtl="0" algn="l">
              <a:lnSpc>
                <a:spcPct val="140000"/>
              </a:lnSpc>
              <a:spcBef>
                <a:spcPts val="0"/>
              </a:spcBef>
              <a:spcAft>
                <a:spcPts val="0"/>
              </a:spcAft>
              <a:buNone/>
            </a:pPr>
            <a:r>
              <a:t/>
            </a:r>
            <a:endParaRPr sz="4000">
              <a:solidFill>
                <a:schemeClr val="dk2"/>
              </a:solidFill>
              <a:latin typeface="Archivo"/>
              <a:ea typeface="Archivo"/>
              <a:cs typeface="Archivo"/>
              <a:sym typeface="Archivo"/>
            </a:endParaRPr>
          </a:p>
          <a:p>
            <a:pPr indent="0" lvl="0" marL="0" marR="0" rtl="0" algn="l">
              <a:lnSpc>
                <a:spcPct val="140000"/>
              </a:lnSpc>
              <a:spcBef>
                <a:spcPts val="0"/>
              </a:spcBef>
              <a:spcAft>
                <a:spcPts val="0"/>
              </a:spcAft>
              <a:buNone/>
            </a:pPr>
            <a:r>
              <a:t/>
            </a:r>
            <a:endParaRPr sz="4000">
              <a:solidFill>
                <a:schemeClr val="dk2"/>
              </a:solidFill>
              <a:latin typeface="Archivo"/>
              <a:ea typeface="Archivo"/>
              <a:cs typeface="Archivo"/>
              <a:sym typeface="Archivo"/>
            </a:endParaRPr>
          </a:p>
        </p:txBody>
      </p:sp>
      <p:sp>
        <p:nvSpPr>
          <p:cNvPr id="287" name="Google Shape;287;p41" title="Green footer bar with page number"/>
          <p:cNvSpPr/>
          <p:nvPr/>
        </p:nvSpPr>
        <p:spPr>
          <a:xfrm>
            <a:off x="0" y="13175866"/>
            <a:ext cx="24384000" cy="54870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id="288" name="Google Shape;288;p41"/>
          <p:cNvSpPr txBox="1"/>
          <p:nvPr/>
        </p:nvSpPr>
        <p:spPr>
          <a:xfrm>
            <a:off x="23835359" y="13175866"/>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2000"/>
              <a:buFont typeface="Arial"/>
              <a:buNone/>
            </a:pPr>
            <a:fld id="{00000000-1234-1234-1234-123412341234}" type="slidenum">
              <a:rPr b="1" i="0" lang="en-US" sz="2000" u="none" cap="none" strike="noStrike">
                <a:solidFill>
                  <a:schemeClr val="accent1"/>
                </a:solidFill>
                <a:latin typeface="Arial"/>
                <a:ea typeface="Arial"/>
                <a:cs typeface="Arial"/>
                <a:sym typeface="Arial"/>
              </a:rPr>
              <a:t>‹#›</a:t>
            </a:fld>
            <a:endParaRPr b="1" i="0" sz="2000" u="none" cap="none" strike="noStrike">
              <a:solidFill>
                <a:schemeClr val="accent1"/>
              </a:solidFill>
              <a:latin typeface="Arial"/>
              <a:ea typeface="Arial"/>
              <a:cs typeface="Arial"/>
              <a:sym typeface="Arial"/>
            </a:endParaRPr>
          </a:p>
        </p:txBody>
      </p:sp>
      <p:pic>
        <p:nvPicPr>
          <p:cNvPr id="289" name="Google Shape;289;p41"/>
          <p:cNvPicPr preferRelativeResize="0"/>
          <p:nvPr/>
        </p:nvPicPr>
        <p:blipFill>
          <a:blip r:embed="rId4">
            <a:alphaModFix/>
          </a:blip>
          <a:stretch>
            <a:fillRect/>
          </a:stretch>
        </p:blipFill>
        <p:spPr>
          <a:xfrm>
            <a:off x="12174500" y="4609850"/>
            <a:ext cx="10436950" cy="6957974"/>
          </a:xfrm>
          <a:prstGeom prst="rect">
            <a:avLst/>
          </a:prstGeom>
          <a:noFill/>
          <a:ln>
            <a:noFill/>
          </a:ln>
        </p:spPr>
      </p:pic>
      <p:pic>
        <p:nvPicPr>
          <p:cNvPr id="290" name="Google Shape;290;p41"/>
          <p:cNvPicPr preferRelativeResize="0"/>
          <p:nvPr/>
        </p:nvPicPr>
        <p:blipFill>
          <a:blip r:embed="rId5">
            <a:alphaModFix/>
          </a:blip>
          <a:stretch>
            <a:fillRect/>
          </a:stretch>
        </p:blipFill>
        <p:spPr>
          <a:xfrm>
            <a:off x="890175" y="7949325"/>
            <a:ext cx="9706939" cy="430249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alpha val="0"/>
          </a:schemeClr>
        </a:solidFill>
      </p:bgPr>
    </p:bg>
    <p:spTree>
      <p:nvGrpSpPr>
        <p:cNvPr id="294" name="Shape 294"/>
        <p:cNvGrpSpPr/>
        <p:nvPr/>
      </p:nvGrpSpPr>
      <p:grpSpPr>
        <a:xfrm>
          <a:off x="0" y="0"/>
          <a:ext cx="0" cy="0"/>
          <a:chOff x="0" y="0"/>
          <a:chExt cx="0" cy="0"/>
        </a:xfrm>
      </p:grpSpPr>
      <p:pic>
        <p:nvPicPr>
          <p:cNvPr id="295" name="Google Shape;295;p42"/>
          <p:cNvPicPr preferRelativeResize="0"/>
          <p:nvPr/>
        </p:nvPicPr>
        <p:blipFill rotWithShape="1">
          <a:blip r:embed="rId3">
            <a:alphaModFix/>
          </a:blip>
          <a:srcRect b="1579" l="0" r="0" t="1569"/>
          <a:stretch/>
        </p:blipFill>
        <p:spPr>
          <a:xfrm>
            <a:off x="342431" y="499915"/>
            <a:ext cx="547744" cy="541653"/>
          </a:xfrm>
          <a:prstGeom prst="rect">
            <a:avLst/>
          </a:prstGeom>
          <a:noFill/>
          <a:ln>
            <a:noFill/>
          </a:ln>
        </p:spPr>
      </p:pic>
      <p:sp>
        <p:nvSpPr>
          <p:cNvPr id="296" name="Google Shape;296;p42"/>
          <p:cNvSpPr txBox="1"/>
          <p:nvPr/>
        </p:nvSpPr>
        <p:spPr>
          <a:xfrm>
            <a:off x="1224212" y="549243"/>
            <a:ext cx="8083500" cy="40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2600"/>
              <a:buFont typeface="Arial"/>
              <a:buNone/>
            </a:pPr>
            <a:r>
              <a:rPr b="1" lang="en-US" sz="2600">
                <a:solidFill>
                  <a:schemeClr val="dk2"/>
                </a:solidFill>
                <a:latin typeface="Archivo"/>
                <a:ea typeface="Archivo"/>
                <a:cs typeface="Archivo"/>
                <a:sym typeface="Archivo"/>
              </a:rPr>
              <a:t>BA 336: Essentials of Information Systems</a:t>
            </a:r>
            <a:endParaRPr b="1" i="0" sz="2600" u="none" cap="none" strike="noStrike">
              <a:solidFill>
                <a:schemeClr val="dk2"/>
              </a:solidFill>
              <a:latin typeface="Archivo"/>
              <a:ea typeface="Archivo"/>
              <a:cs typeface="Archivo"/>
              <a:sym typeface="Archivo"/>
            </a:endParaRPr>
          </a:p>
        </p:txBody>
      </p:sp>
      <p:sp>
        <p:nvSpPr>
          <p:cNvPr id="297" name="Google Shape;297;p42"/>
          <p:cNvSpPr txBox="1"/>
          <p:nvPr/>
        </p:nvSpPr>
        <p:spPr>
          <a:xfrm>
            <a:off x="13108350" y="2310175"/>
            <a:ext cx="10568100" cy="15234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chemeClr val="accent1"/>
              </a:buClr>
              <a:buSzPts val="10000"/>
              <a:buFont typeface="Arial"/>
              <a:buNone/>
            </a:pPr>
            <a:r>
              <a:rPr b="1" i="1" lang="en-US" sz="9000">
                <a:solidFill>
                  <a:schemeClr val="accent1"/>
                </a:solidFill>
                <a:latin typeface="Archivo Narrow"/>
                <a:ea typeface="Archivo Narrow"/>
                <a:cs typeface="Archivo Narrow"/>
                <a:sym typeface="Archivo Narrow"/>
              </a:rPr>
              <a:t>IF Formula Structure</a:t>
            </a:r>
            <a:endParaRPr sz="9000">
              <a:latin typeface="Archivo Narrow"/>
              <a:ea typeface="Archivo Narrow"/>
              <a:cs typeface="Archivo Narrow"/>
              <a:sym typeface="Archivo Narrow"/>
            </a:endParaRPr>
          </a:p>
        </p:txBody>
      </p:sp>
      <p:sp>
        <p:nvSpPr>
          <p:cNvPr id="298" name="Google Shape;298;p42"/>
          <p:cNvSpPr txBox="1"/>
          <p:nvPr/>
        </p:nvSpPr>
        <p:spPr>
          <a:xfrm>
            <a:off x="13108350" y="4462200"/>
            <a:ext cx="9966600" cy="7950000"/>
          </a:xfrm>
          <a:prstGeom prst="rect">
            <a:avLst/>
          </a:prstGeom>
          <a:noFill/>
          <a:ln>
            <a:noFill/>
          </a:ln>
        </p:spPr>
        <p:txBody>
          <a:bodyPr anchorCtr="0" anchor="t" bIns="0" lIns="0" spcFirstLastPara="1" rIns="0" wrap="square" tIns="0">
            <a:noAutofit/>
          </a:bodyPr>
          <a:lstStyle/>
          <a:p>
            <a:pPr indent="-482600" lvl="0" marL="457200" marR="0" rtl="0" algn="l">
              <a:lnSpc>
                <a:spcPct val="140000"/>
              </a:lnSpc>
              <a:spcBef>
                <a:spcPts val="0"/>
              </a:spcBef>
              <a:spcAft>
                <a:spcPts val="0"/>
              </a:spcAft>
              <a:buClr>
                <a:schemeClr val="dk2"/>
              </a:buClr>
              <a:buSzPts val="4000"/>
              <a:buFont typeface="Archivo"/>
              <a:buChar char="●"/>
            </a:pPr>
            <a:r>
              <a:rPr b="1" lang="en-US" sz="4000">
                <a:solidFill>
                  <a:schemeClr val="dk2"/>
                </a:solidFill>
                <a:latin typeface="Archivo"/>
                <a:ea typeface="Archivo"/>
                <a:cs typeface="Archivo"/>
                <a:sym typeface="Archivo"/>
              </a:rPr>
              <a:t>logical_test</a:t>
            </a:r>
            <a:r>
              <a:rPr lang="en-US" sz="4000">
                <a:solidFill>
                  <a:schemeClr val="dk2"/>
                </a:solidFill>
                <a:latin typeface="Archivo"/>
                <a:ea typeface="Archivo"/>
                <a:cs typeface="Archivo"/>
                <a:sym typeface="Archivo"/>
              </a:rPr>
              <a:t>: math based question</a:t>
            </a:r>
            <a:endParaRPr sz="4000">
              <a:solidFill>
                <a:schemeClr val="dk2"/>
              </a:solidFill>
              <a:latin typeface="Archivo"/>
              <a:ea typeface="Archivo"/>
              <a:cs typeface="Archivo"/>
              <a:sym typeface="Archivo"/>
            </a:endParaRPr>
          </a:p>
          <a:p>
            <a:pPr indent="-482600" lvl="1" marL="914400" marR="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If a number is &gt; 10</a:t>
            </a:r>
            <a:endParaRPr sz="4000">
              <a:solidFill>
                <a:schemeClr val="dk2"/>
              </a:solidFill>
              <a:latin typeface="Archivo"/>
              <a:ea typeface="Archivo"/>
              <a:cs typeface="Archivo"/>
              <a:sym typeface="Archivo"/>
            </a:endParaRPr>
          </a:p>
          <a:p>
            <a:pPr indent="-482600" lvl="1" marL="914400" marR="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Do this…otherwise…</a:t>
            </a:r>
            <a:endParaRPr sz="4000">
              <a:solidFill>
                <a:schemeClr val="dk2"/>
              </a:solidFill>
              <a:latin typeface="Archivo"/>
              <a:ea typeface="Archivo"/>
              <a:cs typeface="Archivo"/>
              <a:sym typeface="Archivo"/>
            </a:endParaRPr>
          </a:p>
          <a:p>
            <a:pPr indent="-482600" lvl="0" marL="457200" marR="0" rtl="0" algn="l">
              <a:lnSpc>
                <a:spcPct val="140000"/>
              </a:lnSpc>
              <a:spcBef>
                <a:spcPts val="0"/>
              </a:spcBef>
              <a:spcAft>
                <a:spcPts val="0"/>
              </a:spcAft>
              <a:buClr>
                <a:schemeClr val="dk2"/>
              </a:buClr>
              <a:buSzPts val="4000"/>
              <a:buFont typeface="Archivo"/>
              <a:buChar char="●"/>
            </a:pPr>
            <a:r>
              <a:rPr b="1" lang="en-US" sz="4000">
                <a:solidFill>
                  <a:schemeClr val="dk2"/>
                </a:solidFill>
                <a:latin typeface="Archivo"/>
                <a:ea typeface="Archivo"/>
                <a:cs typeface="Archivo"/>
                <a:sym typeface="Archivo"/>
              </a:rPr>
              <a:t>value_if_true</a:t>
            </a:r>
            <a:r>
              <a:rPr lang="en-US" sz="4000">
                <a:solidFill>
                  <a:schemeClr val="dk2"/>
                </a:solidFill>
                <a:latin typeface="Archivo"/>
                <a:ea typeface="Archivo"/>
                <a:cs typeface="Archivo"/>
                <a:sym typeface="Archivo"/>
              </a:rPr>
              <a:t>: output if </a:t>
            </a:r>
            <a:r>
              <a:rPr lang="en-US" sz="4000">
                <a:solidFill>
                  <a:schemeClr val="dk2"/>
                </a:solidFill>
                <a:latin typeface="Archivo"/>
                <a:ea typeface="Archivo"/>
                <a:cs typeface="Archivo"/>
                <a:sym typeface="Archivo"/>
              </a:rPr>
              <a:t>answer</a:t>
            </a:r>
            <a:r>
              <a:rPr lang="en-US" sz="4000">
                <a:solidFill>
                  <a:schemeClr val="dk2"/>
                </a:solidFill>
                <a:latin typeface="Archivo"/>
                <a:ea typeface="Archivo"/>
                <a:cs typeface="Archivo"/>
                <a:sym typeface="Archivo"/>
              </a:rPr>
              <a:t> is “yes.” </a:t>
            </a:r>
            <a:endParaRPr sz="4000">
              <a:solidFill>
                <a:schemeClr val="dk2"/>
              </a:solidFill>
              <a:latin typeface="Archivo"/>
              <a:ea typeface="Archivo"/>
              <a:cs typeface="Archivo"/>
              <a:sym typeface="Archivo"/>
            </a:endParaRPr>
          </a:p>
          <a:p>
            <a:pPr indent="-482600" lvl="1" marL="914400" marR="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Words</a:t>
            </a:r>
            <a:endParaRPr sz="4000">
              <a:solidFill>
                <a:schemeClr val="dk2"/>
              </a:solidFill>
              <a:latin typeface="Archivo"/>
              <a:ea typeface="Archivo"/>
              <a:cs typeface="Archivo"/>
              <a:sym typeface="Archivo"/>
            </a:endParaRPr>
          </a:p>
          <a:p>
            <a:pPr indent="-482600" lvl="1" marL="914400" marR="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More calculations (e.g. B2*2)</a:t>
            </a:r>
            <a:endParaRPr sz="4000">
              <a:solidFill>
                <a:schemeClr val="dk2"/>
              </a:solidFill>
              <a:latin typeface="Archivo"/>
              <a:ea typeface="Archivo"/>
              <a:cs typeface="Archivo"/>
              <a:sym typeface="Archivo"/>
            </a:endParaRPr>
          </a:p>
          <a:p>
            <a:pPr indent="-482600" lvl="0" marL="457200" marR="0" rtl="0" algn="l">
              <a:lnSpc>
                <a:spcPct val="140000"/>
              </a:lnSpc>
              <a:spcBef>
                <a:spcPts val="0"/>
              </a:spcBef>
              <a:spcAft>
                <a:spcPts val="0"/>
              </a:spcAft>
              <a:buClr>
                <a:schemeClr val="dk2"/>
              </a:buClr>
              <a:buSzPts val="4000"/>
              <a:buFont typeface="Archivo"/>
              <a:buChar char="●"/>
            </a:pPr>
            <a:r>
              <a:rPr b="1" lang="en-US" sz="4000">
                <a:solidFill>
                  <a:schemeClr val="dk2"/>
                </a:solidFill>
                <a:latin typeface="Archivo"/>
                <a:ea typeface="Archivo"/>
                <a:cs typeface="Archivo"/>
                <a:sym typeface="Archivo"/>
              </a:rPr>
              <a:t>value_if_false: </a:t>
            </a:r>
            <a:r>
              <a:rPr lang="en-US" sz="4000">
                <a:solidFill>
                  <a:schemeClr val="dk2"/>
                </a:solidFill>
                <a:latin typeface="Archivo"/>
                <a:ea typeface="Archivo"/>
                <a:cs typeface="Archivo"/>
                <a:sym typeface="Archivo"/>
              </a:rPr>
              <a:t>output </a:t>
            </a:r>
            <a:r>
              <a:rPr lang="en-US" sz="4000">
                <a:solidFill>
                  <a:schemeClr val="dk2"/>
                </a:solidFill>
                <a:latin typeface="Archivo"/>
                <a:ea typeface="Archivo"/>
                <a:cs typeface="Archivo"/>
                <a:sym typeface="Archivo"/>
              </a:rPr>
              <a:t>if the answer is “no.”</a:t>
            </a:r>
            <a:endParaRPr sz="4000">
              <a:solidFill>
                <a:schemeClr val="dk2"/>
              </a:solidFill>
              <a:latin typeface="Archivo"/>
              <a:ea typeface="Archivo"/>
              <a:cs typeface="Archivo"/>
              <a:sym typeface="Archivo"/>
            </a:endParaRPr>
          </a:p>
          <a:p>
            <a:pPr indent="-482600" lvl="1" marL="914400" marR="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Words, more calculations, or nothing. </a:t>
            </a:r>
            <a:endParaRPr sz="4000">
              <a:solidFill>
                <a:schemeClr val="dk2"/>
              </a:solidFill>
              <a:latin typeface="Archivo"/>
              <a:ea typeface="Archivo"/>
              <a:cs typeface="Archivo"/>
              <a:sym typeface="Archivo"/>
            </a:endParaRPr>
          </a:p>
          <a:p>
            <a:pPr indent="0" lvl="0" marL="0" marR="0" rtl="0" algn="l">
              <a:lnSpc>
                <a:spcPct val="140000"/>
              </a:lnSpc>
              <a:spcBef>
                <a:spcPts val="0"/>
              </a:spcBef>
              <a:spcAft>
                <a:spcPts val="0"/>
              </a:spcAft>
              <a:buNone/>
            </a:pPr>
            <a:r>
              <a:t/>
            </a:r>
            <a:endParaRPr sz="4000">
              <a:solidFill>
                <a:schemeClr val="dk2"/>
              </a:solidFill>
              <a:latin typeface="Archivo"/>
              <a:ea typeface="Archivo"/>
              <a:cs typeface="Archivo"/>
              <a:sym typeface="Archivo"/>
            </a:endParaRPr>
          </a:p>
          <a:p>
            <a:pPr indent="0" lvl="0" marL="0" marR="0" rtl="0" algn="l">
              <a:lnSpc>
                <a:spcPct val="140000"/>
              </a:lnSpc>
              <a:spcBef>
                <a:spcPts val="0"/>
              </a:spcBef>
              <a:spcAft>
                <a:spcPts val="0"/>
              </a:spcAft>
              <a:buNone/>
            </a:pPr>
            <a:r>
              <a:t/>
            </a:r>
            <a:endParaRPr sz="4000">
              <a:solidFill>
                <a:schemeClr val="dk2"/>
              </a:solidFill>
              <a:latin typeface="Archivo"/>
              <a:ea typeface="Archivo"/>
              <a:cs typeface="Archivo"/>
              <a:sym typeface="Archivo"/>
            </a:endParaRPr>
          </a:p>
          <a:p>
            <a:pPr indent="0" lvl="0" marL="457200" marR="0" rtl="0" algn="l">
              <a:lnSpc>
                <a:spcPct val="140000"/>
              </a:lnSpc>
              <a:spcBef>
                <a:spcPts val="0"/>
              </a:spcBef>
              <a:spcAft>
                <a:spcPts val="0"/>
              </a:spcAft>
              <a:buNone/>
            </a:pPr>
            <a:r>
              <a:t/>
            </a:r>
            <a:endParaRPr sz="4000">
              <a:solidFill>
                <a:schemeClr val="dk2"/>
              </a:solidFill>
              <a:latin typeface="Archivo"/>
              <a:ea typeface="Archivo"/>
              <a:cs typeface="Archivo"/>
              <a:sym typeface="Archivo"/>
            </a:endParaRPr>
          </a:p>
          <a:p>
            <a:pPr indent="0" lvl="0" marL="0" marR="0" rtl="0" algn="l">
              <a:lnSpc>
                <a:spcPct val="140000"/>
              </a:lnSpc>
              <a:spcBef>
                <a:spcPts val="0"/>
              </a:spcBef>
              <a:spcAft>
                <a:spcPts val="0"/>
              </a:spcAft>
              <a:buNone/>
            </a:pPr>
            <a:r>
              <a:t/>
            </a:r>
            <a:endParaRPr sz="4000">
              <a:solidFill>
                <a:schemeClr val="dk2"/>
              </a:solidFill>
              <a:latin typeface="Archivo"/>
              <a:ea typeface="Archivo"/>
              <a:cs typeface="Archivo"/>
              <a:sym typeface="Archivo"/>
            </a:endParaRPr>
          </a:p>
        </p:txBody>
      </p:sp>
      <p:sp>
        <p:nvSpPr>
          <p:cNvPr id="299" name="Google Shape;299;p42" title="Green footer bar with page number"/>
          <p:cNvSpPr/>
          <p:nvPr/>
        </p:nvSpPr>
        <p:spPr>
          <a:xfrm>
            <a:off x="0" y="13175866"/>
            <a:ext cx="24384000" cy="54870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id="300" name="Google Shape;300;p42"/>
          <p:cNvSpPr txBox="1"/>
          <p:nvPr/>
        </p:nvSpPr>
        <p:spPr>
          <a:xfrm>
            <a:off x="23835359" y="13175866"/>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2000"/>
              <a:buFont typeface="Arial"/>
              <a:buNone/>
            </a:pPr>
            <a:fld id="{00000000-1234-1234-1234-123412341234}" type="slidenum">
              <a:rPr b="1" i="0" lang="en-US" sz="2000" u="none" cap="none" strike="noStrike">
                <a:solidFill>
                  <a:schemeClr val="accent1"/>
                </a:solidFill>
                <a:latin typeface="Arial"/>
                <a:ea typeface="Arial"/>
                <a:cs typeface="Arial"/>
                <a:sym typeface="Arial"/>
              </a:rPr>
              <a:t>‹#›</a:t>
            </a:fld>
            <a:endParaRPr b="1" i="0" sz="2000" u="none" cap="none" strike="noStrike">
              <a:solidFill>
                <a:schemeClr val="accent1"/>
              </a:solidFill>
              <a:latin typeface="Arial"/>
              <a:ea typeface="Arial"/>
              <a:cs typeface="Arial"/>
              <a:sym typeface="Arial"/>
            </a:endParaRPr>
          </a:p>
        </p:txBody>
      </p:sp>
      <p:pic>
        <p:nvPicPr>
          <p:cNvPr id="301" name="Google Shape;301;p42"/>
          <p:cNvPicPr preferRelativeResize="0"/>
          <p:nvPr/>
        </p:nvPicPr>
        <p:blipFill>
          <a:blip r:embed="rId4">
            <a:alphaModFix/>
          </a:blip>
          <a:stretch>
            <a:fillRect/>
          </a:stretch>
        </p:blipFill>
        <p:spPr>
          <a:xfrm>
            <a:off x="1068900" y="4196207"/>
            <a:ext cx="10401675" cy="5732925"/>
          </a:xfrm>
          <a:prstGeom prst="rect">
            <a:avLst/>
          </a:prstGeom>
          <a:noFill/>
          <a:ln>
            <a:noFill/>
          </a:ln>
        </p:spPr>
      </p:pic>
      <p:sp>
        <p:nvSpPr>
          <p:cNvPr id="302" name="Google Shape;302;p42"/>
          <p:cNvSpPr txBox="1"/>
          <p:nvPr/>
        </p:nvSpPr>
        <p:spPr>
          <a:xfrm>
            <a:off x="13108350" y="3483425"/>
            <a:ext cx="8784600" cy="54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000">
                <a:solidFill>
                  <a:schemeClr val="dk1"/>
                </a:solidFill>
                <a:latin typeface="Helvetica Neue"/>
                <a:ea typeface="Helvetica Neue"/>
                <a:cs typeface="Helvetica Neue"/>
                <a:sym typeface="Helvetica Neue"/>
              </a:rPr>
              <a:t>The Three Arguments </a:t>
            </a:r>
            <a:endParaRPr b="1" sz="3000">
              <a:solidFill>
                <a:schemeClr val="dk1"/>
              </a:solidFill>
              <a:latin typeface="Helvetica Neue"/>
              <a:ea typeface="Helvetica Neue"/>
              <a:cs typeface="Helvetica Neue"/>
              <a:sym typeface="Helvetica Neue"/>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06" name="Shape 306"/>
        <p:cNvGrpSpPr/>
        <p:nvPr/>
      </p:nvGrpSpPr>
      <p:grpSpPr>
        <a:xfrm>
          <a:off x="0" y="0"/>
          <a:ext cx="0" cy="0"/>
          <a:chOff x="0" y="0"/>
          <a:chExt cx="0" cy="0"/>
        </a:xfrm>
      </p:grpSpPr>
      <p:sp>
        <p:nvSpPr>
          <p:cNvPr id="307" name="Google Shape;307;p43"/>
          <p:cNvSpPr txBox="1"/>
          <p:nvPr/>
        </p:nvSpPr>
        <p:spPr>
          <a:xfrm>
            <a:off x="3481075" y="5236475"/>
            <a:ext cx="17524200" cy="2203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lt1"/>
              </a:buClr>
              <a:buSzPts val="15500"/>
              <a:buFont typeface="Arial"/>
              <a:buNone/>
            </a:pPr>
            <a:r>
              <a:rPr b="1" i="1" lang="en-US" sz="15500">
                <a:solidFill>
                  <a:schemeClr val="lt1"/>
                </a:solidFill>
                <a:latin typeface="Archivo Narrow"/>
                <a:ea typeface="Archivo Narrow"/>
                <a:cs typeface="Archivo Narrow"/>
                <a:sym typeface="Archivo Narrow"/>
              </a:rPr>
              <a:t>IF Statement</a:t>
            </a:r>
            <a:endParaRPr b="1" i="1" sz="15500">
              <a:solidFill>
                <a:schemeClr val="lt1"/>
              </a:solidFill>
              <a:latin typeface="Archivo Narrow"/>
              <a:ea typeface="Archivo Narrow"/>
              <a:cs typeface="Archivo Narrow"/>
              <a:sym typeface="Archivo Narrow"/>
            </a:endParaRPr>
          </a:p>
          <a:p>
            <a:pPr indent="0" lvl="0" marL="0" marR="0" rtl="0" algn="ctr">
              <a:lnSpc>
                <a:spcPct val="100000"/>
              </a:lnSpc>
              <a:spcBef>
                <a:spcPts val="0"/>
              </a:spcBef>
              <a:spcAft>
                <a:spcPts val="0"/>
              </a:spcAft>
              <a:buClr>
                <a:schemeClr val="lt1"/>
              </a:buClr>
              <a:buSzPts val="15500"/>
              <a:buFont typeface="Arial"/>
              <a:buNone/>
            </a:pPr>
            <a:r>
              <a:rPr b="1" i="1" lang="en-US" sz="15500">
                <a:solidFill>
                  <a:schemeClr val="lt1"/>
                </a:solidFill>
                <a:latin typeface="Archivo Narrow"/>
                <a:ea typeface="Archivo Narrow"/>
                <a:cs typeface="Archivo Narrow"/>
                <a:sym typeface="Archivo Narrow"/>
              </a:rPr>
              <a:t>Demo</a:t>
            </a:r>
            <a:endParaRPr b="1">
              <a:latin typeface="Archivo Narrow"/>
              <a:ea typeface="Archivo Narrow"/>
              <a:cs typeface="Archivo Narrow"/>
              <a:sym typeface="Archivo Narrow"/>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alpha val="0"/>
          </a:schemeClr>
        </a:solidFill>
      </p:bgPr>
    </p:bg>
    <p:spTree>
      <p:nvGrpSpPr>
        <p:cNvPr id="311" name="Shape 311"/>
        <p:cNvGrpSpPr/>
        <p:nvPr/>
      </p:nvGrpSpPr>
      <p:grpSpPr>
        <a:xfrm>
          <a:off x="0" y="0"/>
          <a:ext cx="0" cy="0"/>
          <a:chOff x="0" y="0"/>
          <a:chExt cx="0" cy="0"/>
        </a:xfrm>
      </p:grpSpPr>
      <p:pic>
        <p:nvPicPr>
          <p:cNvPr id="312" name="Google Shape;312;p44"/>
          <p:cNvPicPr preferRelativeResize="0"/>
          <p:nvPr/>
        </p:nvPicPr>
        <p:blipFill rotWithShape="1">
          <a:blip r:embed="rId3">
            <a:alphaModFix/>
          </a:blip>
          <a:srcRect b="1579" l="0" r="0" t="1569"/>
          <a:stretch/>
        </p:blipFill>
        <p:spPr>
          <a:xfrm>
            <a:off x="342431" y="499915"/>
            <a:ext cx="547744" cy="541653"/>
          </a:xfrm>
          <a:prstGeom prst="rect">
            <a:avLst/>
          </a:prstGeom>
          <a:noFill/>
          <a:ln>
            <a:noFill/>
          </a:ln>
        </p:spPr>
      </p:pic>
      <p:sp>
        <p:nvSpPr>
          <p:cNvPr id="313" name="Google Shape;313;p44"/>
          <p:cNvSpPr txBox="1"/>
          <p:nvPr/>
        </p:nvSpPr>
        <p:spPr>
          <a:xfrm>
            <a:off x="1224212" y="549243"/>
            <a:ext cx="8083500" cy="40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2600"/>
              <a:buFont typeface="Arial"/>
              <a:buNone/>
            </a:pPr>
            <a:r>
              <a:rPr b="1" lang="en-US" sz="2600">
                <a:solidFill>
                  <a:schemeClr val="dk2"/>
                </a:solidFill>
                <a:latin typeface="Archivo"/>
                <a:ea typeface="Archivo"/>
                <a:cs typeface="Archivo"/>
                <a:sym typeface="Archivo"/>
              </a:rPr>
              <a:t>BA 336: Essentials of Information Systems</a:t>
            </a:r>
            <a:endParaRPr b="1" i="0" sz="2600" u="none" cap="none" strike="noStrike">
              <a:solidFill>
                <a:schemeClr val="dk2"/>
              </a:solidFill>
              <a:latin typeface="Archivo"/>
              <a:ea typeface="Archivo"/>
              <a:cs typeface="Archivo"/>
              <a:sym typeface="Archivo"/>
            </a:endParaRPr>
          </a:p>
        </p:txBody>
      </p:sp>
      <p:sp>
        <p:nvSpPr>
          <p:cNvPr id="314" name="Google Shape;314;p44"/>
          <p:cNvSpPr txBox="1"/>
          <p:nvPr/>
        </p:nvSpPr>
        <p:spPr>
          <a:xfrm>
            <a:off x="1120824" y="2171050"/>
            <a:ext cx="18968400" cy="15234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chemeClr val="accent1"/>
              </a:buClr>
              <a:buSzPts val="10000"/>
              <a:buFont typeface="Arial"/>
              <a:buNone/>
            </a:pPr>
            <a:r>
              <a:rPr b="1" i="1" lang="en-US" sz="9000">
                <a:solidFill>
                  <a:schemeClr val="accent1"/>
                </a:solidFill>
                <a:latin typeface="Archivo Narrow"/>
                <a:ea typeface="Archivo Narrow"/>
                <a:cs typeface="Archivo Narrow"/>
                <a:sym typeface="Archivo Narrow"/>
              </a:rPr>
              <a:t>IF Statements: Common Mistakes</a:t>
            </a:r>
            <a:endParaRPr sz="9000">
              <a:latin typeface="Archivo Narrow"/>
              <a:ea typeface="Archivo Narrow"/>
              <a:cs typeface="Archivo Narrow"/>
              <a:sym typeface="Archivo Narrow"/>
            </a:endParaRPr>
          </a:p>
        </p:txBody>
      </p:sp>
      <p:sp>
        <p:nvSpPr>
          <p:cNvPr id="315" name="Google Shape;315;p44"/>
          <p:cNvSpPr txBox="1"/>
          <p:nvPr/>
        </p:nvSpPr>
        <p:spPr>
          <a:xfrm>
            <a:off x="1217693" y="4823925"/>
            <a:ext cx="18968400" cy="8463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accent1"/>
              </a:buClr>
              <a:buSzPts val="4000"/>
              <a:buFont typeface="Ultra"/>
              <a:buNone/>
            </a:pPr>
            <a:r>
              <a:t/>
            </a:r>
            <a:endParaRPr b="1" sz="4200">
              <a:latin typeface="Archivo Narrow"/>
              <a:ea typeface="Archivo Narrow"/>
              <a:cs typeface="Archivo Narrow"/>
              <a:sym typeface="Archivo Narrow"/>
            </a:endParaRPr>
          </a:p>
        </p:txBody>
      </p:sp>
      <p:sp>
        <p:nvSpPr>
          <p:cNvPr id="316" name="Google Shape;316;p44" title="Green footer bar with page number"/>
          <p:cNvSpPr/>
          <p:nvPr/>
        </p:nvSpPr>
        <p:spPr>
          <a:xfrm>
            <a:off x="0" y="13175866"/>
            <a:ext cx="24384000" cy="54870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id="317" name="Google Shape;317;p44"/>
          <p:cNvSpPr txBox="1"/>
          <p:nvPr/>
        </p:nvSpPr>
        <p:spPr>
          <a:xfrm>
            <a:off x="23835359" y="13175866"/>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2000"/>
              <a:buFont typeface="Arial"/>
              <a:buNone/>
            </a:pPr>
            <a:fld id="{00000000-1234-1234-1234-123412341234}" type="slidenum">
              <a:rPr b="1" i="0" lang="en-US" sz="2000" u="none" cap="none" strike="noStrike">
                <a:solidFill>
                  <a:schemeClr val="accent1"/>
                </a:solidFill>
                <a:latin typeface="Arial"/>
                <a:ea typeface="Arial"/>
                <a:cs typeface="Arial"/>
                <a:sym typeface="Arial"/>
              </a:rPr>
              <a:t>‹#›</a:t>
            </a:fld>
            <a:endParaRPr b="1" i="0" sz="2000" u="none" cap="none" strike="noStrike">
              <a:solidFill>
                <a:schemeClr val="accent1"/>
              </a:solidFill>
              <a:latin typeface="Arial"/>
              <a:ea typeface="Arial"/>
              <a:cs typeface="Arial"/>
              <a:sym typeface="Arial"/>
            </a:endParaRPr>
          </a:p>
        </p:txBody>
      </p:sp>
      <p:graphicFrame>
        <p:nvGraphicFramePr>
          <p:cNvPr id="318" name="Google Shape;318;p44"/>
          <p:cNvGraphicFramePr/>
          <p:nvPr/>
        </p:nvGraphicFramePr>
        <p:xfrm>
          <a:off x="1444238" y="3694450"/>
          <a:ext cx="3000000" cy="3000000"/>
        </p:xfrm>
        <a:graphic>
          <a:graphicData uri="http://schemas.openxmlformats.org/drawingml/2006/table">
            <a:tbl>
              <a:tblPr>
                <a:noFill/>
                <a:tableStyleId>{740A5E43-AB6B-4669-80AF-36288419E9FA}</a:tableStyleId>
              </a:tblPr>
              <a:tblGrid>
                <a:gridCol w="4792825"/>
                <a:gridCol w="8090050"/>
                <a:gridCol w="5438700"/>
              </a:tblGrid>
              <a:tr h="1325900">
                <a:tc>
                  <a:txBody>
                    <a:bodyPr/>
                    <a:lstStyle/>
                    <a:p>
                      <a:pPr indent="0" lvl="0" marL="0" rtl="0" algn="l">
                        <a:lnSpc>
                          <a:spcPct val="115000"/>
                        </a:lnSpc>
                        <a:spcBef>
                          <a:spcPts val="0"/>
                        </a:spcBef>
                        <a:spcAft>
                          <a:spcPts val="0"/>
                        </a:spcAft>
                        <a:buNone/>
                      </a:pPr>
                      <a:r>
                        <a:rPr b="1" lang="en-US" sz="3000"/>
                        <a:t>Issue</a:t>
                      </a:r>
                      <a:endParaRPr b="1" sz="3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3000"/>
                        <a:t>Example</a:t>
                      </a:r>
                      <a:endParaRPr b="1" sz="3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3000"/>
                        <a:t>Fix</a:t>
                      </a:r>
                      <a:endParaRPr b="1" sz="3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10725">
                <a:tc>
                  <a:txBody>
                    <a:bodyPr/>
                    <a:lstStyle/>
                    <a:p>
                      <a:pPr indent="0" lvl="0" marL="0" rtl="0" algn="l">
                        <a:lnSpc>
                          <a:spcPct val="115000"/>
                        </a:lnSpc>
                        <a:spcBef>
                          <a:spcPts val="0"/>
                        </a:spcBef>
                        <a:spcAft>
                          <a:spcPts val="0"/>
                        </a:spcAft>
                        <a:buNone/>
                      </a:pPr>
                      <a:r>
                        <a:rPr lang="en-US" sz="3000"/>
                        <a:t>Forgetting quotation marks for text</a:t>
                      </a:r>
                      <a:endParaRPr sz="3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3000"/>
                        <a:t>**=IF(A2&gt;10, Yes, No)**</a:t>
                      </a:r>
                      <a:endParaRPr sz="3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3000"/>
                        <a:t>Add quotes to "Yes" and "No"</a:t>
                      </a:r>
                      <a:endParaRPr sz="3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10725">
                <a:tc>
                  <a:txBody>
                    <a:bodyPr/>
                    <a:lstStyle/>
                    <a:p>
                      <a:pPr indent="0" lvl="0" marL="0" rtl="0" algn="l">
                        <a:lnSpc>
                          <a:spcPct val="115000"/>
                        </a:lnSpc>
                        <a:spcBef>
                          <a:spcPts val="0"/>
                        </a:spcBef>
                        <a:spcAft>
                          <a:spcPts val="0"/>
                        </a:spcAft>
                        <a:buNone/>
                      </a:pPr>
                      <a:r>
                        <a:rPr lang="en-US" sz="3000"/>
                        <a:t>Reversing the order</a:t>
                      </a:r>
                      <a:endParaRPr sz="3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3000"/>
                        <a:t>**=IF(A2&lt;10, "Fail", "Pass")** but expecting opposite</a:t>
                      </a:r>
                      <a:endParaRPr sz="3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3000"/>
                        <a:t>Double-check the logic test</a:t>
                      </a:r>
                      <a:endParaRPr sz="3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410725">
                <a:tc>
                  <a:txBody>
                    <a:bodyPr/>
                    <a:lstStyle/>
                    <a:p>
                      <a:pPr indent="0" lvl="0" marL="0" rtl="0" algn="l">
                        <a:lnSpc>
                          <a:spcPct val="115000"/>
                        </a:lnSpc>
                        <a:spcBef>
                          <a:spcPts val="0"/>
                        </a:spcBef>
                        <a:spcAft>
                          <a:spcPts val="0"/>
                        </a:spcAft>
                        <a:buNone/>
                      </a:pPr>
                      <a:r>
                        <a:rPr lang="en-US" sz="3000"/>
                        <a:t>Missing parentheses</a:t>
                      </a:r>
                      <a:endParaRPr sz="3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3000"/>
                        <a:t>Causes #NAME? or #VALUE! errors</a:t>
                      </a:r>
                      <a:endParaRPr sz="3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3000"/>
                        <a:t>Always close all parentheses</a:t>
                      </a:r>
                      <a:endParaRPr sz="30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22" name="Shape 322"/>
        <p:cNvGrpSpPr/>
        <p:nvPr/>
      </p:nvGrpSpPr>
      <p:grpSpPr>
        <a:xfrm>
          <a:off x="0" y="0"/>
          <a:ext cx="0" cy="0"/>
          <a:chOff x="0" y="0"/>
          <a:chExt cx="0" cy="0"/>
        </a:xfrm>
      </p:grpSpPr>
      <p:sp>
        <p:nvSpPr>
          <p:cNvPr id="323" name="Google Shape;323;p45"/>
          <p:cNvSpPr txBox="1"/>
          <p:nvPr/>
        </p:nvSpPr>
        <p:spPr>
          <a:xfrm>
            <a:off x="3481075" y="5236475"/>
            <a:ext cx="17524200" cy="2203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lt1"/>
              </a:buClr>
              <a:buSzPts val="15500"/>
              <a:buFont typeface="Arial"/>
              <a:buNone/>
            </a:pPr>
            <a:r>
              <a:rPr b="1" i="1" lang="en-US" sz="15500">
                <a:solidFill>
                  <a:schemeClr val="lt1"/>
                </a:solidFill>
                <a:latin typeface="Archivo Narrow"/>
                <a:ea typeface="Archivo Narrow"/>
                <a:cs typeface="Archivo Narrow"/>
                <a:sym typeface="Archivo Narrow"/>
              </a:rPr>
              <a:t>The Taylor Swift Demo</a:t>
            </a:r>
            <a:endParaRPr b="1">
              <a:latin typeface="Archivo Narrow"/>
              <a:ea typeface="Archivo Narrow"/>
              <a:cs typeface="Archivo Narrow"/>
              <a:sym typeface="Archivo Narrow"/>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alpha val="0"/>
          </a:schemeClr>
        </a:solidFill>
      </p:bgPr>
    </p:bg>
    <p:spTree>
      <p:nvGrpSpPr>
        <p:cNvPr id="327" name="Shape 327"/>
        <p:cNvGrpSpPr/>
        <p:nvPr/>
      </p:nvGrpSpPr>
      <p:grpSpPr>
        <a:xfrm>
          <a:off x="0" y="0"/>
          <a:ext cx="0" cy="0"/>
          <a:chOff x="0" y="0"/>
          <a:chExt cx="0" cy="0"/>
        </a:xfrm>
      </p:grpSpPr>
      <p:pic>
        <p:nvPicPr>
          <p:cNvPr id="328" name="Google Shape;328;p46"/>
          <p:cNvPicPr preferRelativeResize="0"/>
          <p:nvPr/>
        </p:nvPicPr>
        <p:blipFill rotWithShape="1">
          <a:blip r:embed="rId3">
            <a:alphaModFix/>
          </a:blip>
          <a:srcRect b="1579" l="0" r="0" t="1569"/>
          <a:stretch/>
        </p:blipFill>
        <p:spPr>
          <a:xfrm>
            <a:off x="342431" y="499915"/>
            <a:ext cx="547744" cy="541653"/>
          </a:xfrm>
          <a:prstGeom prst="rect">
            <a:avLst/>
          </a:prstGeom>
          <a:noFill/>
          <a:ln>
            <a:noFill/>
          </a:ln>
        </p:spPr>
      </p:pic>
      <p:sp>
        <p:nvSpPr>
          <p:cNvPr id="329" name="Google Shape;329;p46"/>
          <p:cNvSpPr txBox="1"/>
          <p:nvPr/>
        </p:nvSpPr>
        <p:spPr>
          <a:xfrm>
            <a:off x="1224212" y="549243"/>
            <a:ext cx="8083500" cy="40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2600"/>
              <a:buFont typeface="Arial"/>
              <a:buNone/>
            </a:pPr>
            <a:r>
              <a:rPr b="1" lang="en-US" sz="2600">
                <a:solidFill>
                  <a:schemeClr val="dk2"/>
                </a:solidFill>
                <a:latin typeface="Archivo"/>
                <a:ea typeface="Archivo"/>
                <a:cs typeface="Archivo"/>
                <a:sym typeface="Archivo"/>
              </a:rPr>
              <a:t>BA 336: Essentials of Information Systems</a:t>
            </a:r>
            <a:endParaRPr b="1" i="0" sz="2600" u="none" cap="none" strike="noStrike">
              <a:solidFill>
                <a:schemeClr val="dk2"/>
              </a:solidFill>
              <a:latin typeface="Archivo"/>
              <a:ea typeface="Archivo"/>
              <a:cs typeface="Archivo"/>
              <a:sym typeface="Archivo"/>
            </a:endParaRPr>
          </a:p>
        </p:txBody>
      </p:sp>
      <p:sp>
        <p:nvSpPr>
          <p:cNvPr id="330" name="Google Shape;330;p46"/>
          <p:cNvSpPr txBox="1"/>
          <p:nvPr/>
        </p:nvSpPr>
        <p:spPr>
          <a:xfrm>
            <a:off x="1120825" y="1939765"/>
            <a:ext cx="11179800" cy="18048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chemeClr val="accent1"/>
              </a:buClr>
              <a:buSzPts val="10000"/>
              <a:buFont typeface="Arial"/>
              <a:buNone/>
            </a:pPr>
            <a:r>
              <a:rPr b="1" i="1" lang="en-US" sz="9000">
                <a:solidFill>
                  <a:schemeClr val="accent1"/>
                </a:solidFill>
                <a:latin typeface="Archivo Narrow"/>
                <a:ea typeface="Archivo Narrow"/>
                <a:cs typeface="Archivo Narrow"/>
                <a:sym typeface="Archivo Narrow"/>
              </a:rPr>
              <a:t>Vlookup to the Rescue!</a:t>
            </a:r>
            <a:endParaRPr sz="9000">
              <a:latin typeface="Archivo Narrow"/>
              <a:ea typeface="Archivo Narrow"/>
              <a:cs typeface="Archivo Narrow"/>
              <a:sym typeface="Archivo Narrow"/>
            </a:endParaRPr>
          </a:p>
        </p:txBody>
      </p:sp>
      <p:sp>
        <p:nvSpPr>
          <p:cNvPr id="331" name="Google Shape;331;p46"/>
          <p:cNvSpPr txBox="1"/>
          <p:nvPr/>
        </p:nvSpPr>
        <p:spPr>
          <a:xfrm>
            <a:off x="1217693" y="4823925"/>
            <a:ext cx="18968400" cy="8463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accent1"/>
              </a:buClr>
              <a:buSzPts val="4000"/>
              <a:buFont typeface="Ultra"/>
              <a:buNone/>
            </a:pPr>
            <a:r>
              <a:t/>
            </a:r>
            <a:endParaRPr b="1" sz="4200">
              <a:latin typeface="Archivo Narrow"/>
              <a:ea typeface="Archivo Narrow"/>
              <a:cs typeface="Archivo Narrow"/>
              <a:sym typeface="Archivo Narrow"/>
            </a:endParaRPr>
          </a:p>
        </p:txBody>
      </p:sp>
      <p:sp>
        <p:nvSpPr>
          <p:cNvPr id="332" name="Google Shape;332;p46"/>
          <p:cNvSpPr txBox="1"/>
          <p:nvPr/>
        </p:nvSpPr>
        <p:spPr>
          <a:xfrm>
            <a:off x="1217700" y="3757509"/>
            <a:ext cx="10598400" cy="4228800"/>
          </a:xfrm>
          <a:prstGeom prst="rect">
            <a:avLst/>
          </a:prstGeom>
          <a:noFill/>
          <a:ln>
            <a:noFill/>
          </a:ln>
        </p:spPr>
        <p:txBody>
          <a:bodyPr anchorCtr="0" anchor="t" bIns="0" lIns="0" spcFirstLastPara="1" rIns="0" wrap="square" tIns="0">
            <a:noAutofit/>
          </a:bodyPr>
          <a:lstStyle/>
          <a:p>
            <a:pPr indent="-482600" lvl="0" marL="45720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Your boss has a list of Taylor Swift songs and wants to know: “What albums are these songs from?”</a:t>
            </a:r>
            <a:endParaRPr sz="4000">
              <a:solidFill>
                <a:schemeClr val="dk2"/>
              </a:solidFill>
              <a:latin typeface="Archivo"/>
              <a:ea typeface="Archivo"/>
              <a:cs typeface="Archivo"/>
              <a:sym typeface="Archivo"/>
            </a:endParaRPr>
          </a:p>
          <a:p>
            <a:pPr indent="-482600" lvl="0" marL="457200" marR="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You looked online and found a spreadsheet of Taylor Swift’s music (title, album, year, duration, etc.)</a:t>
            </a:r>
            <a:endParaRPr sz="4000">
              <a:solidFill>
                <a:schemeClr val="dk2"/>
              </a:solidFill>
              <a:latin typeface="Archivo"/>
              <a:ea typeface="Archivo"/>
              <a:cs typeface="Archivo"/>
              <a:sym typeface="Archivo"/>
            </a:endParaRPr>
          </a:p>
          <a:p>
            <a:pPr indent="-482600" lvl="0" marL="457200" marR="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You can manually scroll through all her songs  and hand key the answers or…</a:t>
            </a:r>
            <a:endParaRPr sz="4000">
              <a:solidFill>
                <a:schemeClr val="dk2"/>
              </a:solidFill>
              <a:latin typeface="Archivo"/>
              <a:ea typeface="Archivo"/>
              <a:cs typeface="Archivo"/>
              <a:sym typeface="Archivo"/>
            </a:endParaRPr>
          </a:p>
          <a:p>
            <a:pPr indent="-482600" lvl="0" marL="457200" marR="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Excel can connect the dots! </a:t>
            </a:r>
            <a:endParaRPr sz="4000">
              <a:solidFill>
                <a:schemeClr val="dk2"/>
              </a:solidFill>
              <a:latin typeface="Archivo"/>
              <a:ea typeface="Archivo"/>
              <a:cs typeface="Archivo"/>
              <a:sym typeface="Archivo"/>
            </a:endParaRPr>
          </a:p>
          <a:p>
            <a:pPr indent="0" lvl="0" marL="0" marR="0" rtl="0" algn="l">
              <a:lnSpc>
                <a:spcPct val="140000"/>
              </a:lnSpc>
              <a:spcBef>
                <a:spcPts val="0"/>
              </a:spcBef>
              <a:spcAft>
                <a:spcPts val="0"/>
              </a:spcAft>
              <a:buNone/>
            </a:pPr>
            <a:r>
              <a:t/>
            </a:r>
            <a:endParaRPr sz="4000">
              <a:solidFill>
                <a:schemeClr val="dk2"/>
              </a:solidFill>
              <a:latin typeface="Archivo"/>
              <a:ea typeface="Archivo"/>
              <a:cs typeface="Archivo"/>
              <a:sym typeface="Archivo"/>
            </a:endParaRPr>
          </a:p>
          <a:p>
            <a:pPr indent="0" lvl="0" marL="0" marR="0" rtl="0" algn="l">
              <a:lnSpc>
                <a:spcPct val="140000"/>
              </a:lnSpc>
              <a:spcBef>
                <a:spcPts val="0"/>
              </a:spcBef>
              <a:spcAft>
                <a:spcPts val="0"/>
              </a:spcAft>
              <a:buNone/>
            </a:pPr>
            <a:r>
              <a:t/>
            </a:r>
            <a:endParaRPr sz="4000">
              <a:solidFill>
                <a:schemeClr val="dk2"/>
              </a:solidFill>
              <a:latin typeface="Archivo"/>
              <a:ea typeface="Archivo"/>
              <a:cs typeface="Archivo"/>
              <a:sym typeface="Archivo"/>
            </a:endParaRPr>
          </a:p>
          <a:p>
            <a:pPr indent="0" lvl="0" marL="457200" marR="0" rtl="0" algn="l">
              <a:lnSpc>
                <a:spcPct val="140000"/>
              </a:lnSpc>
              <a:spcBef>
                <a:spcPts val="0"/>
              </a:spcBef>
              <a:spcAft>
                <a:spcPts val="0"/>
              </a:spcAft>
              <a:buNone/>
            </a:pPr>
            <a:r>
              <a:t/>
            </a:r>
            <a:endParaRPr sz="4000">
              <a:solidFill>
                <a:schemeClr val="dk2"/>
              </a:solidFill>
              <a:latin typeface="Archivo"/>
              <a:ea typeface="Archivo"/>
              <a:cs typeface="Archivo"/>
              <a:sym typeface="Archivo"/>
            </a:endParaRPr>
          </a:p>
          <a:p>
            <a:pPr indent="0" lvl="0" marL="0" marR="0" rtl="0" algn="l">
              <a:lnSpc>
                <a:spcPct val="140000"/>
              </a:lnSpc>
              <a:spcBef>
                <a:spcPts val="0"/>
              </a:spcBef>
              <a:spcAft>
                <a:spcPts val="0"/>
              </a:spcAft>
              <a:buNone/>
            </a:pPr>
            <a:r>
              <a:t/>
            </a:r>
            <a:endParaRPr sz="4000">
              <a:solidFill>
                <a:schemeClr val="dk2"/>
              </a:solidFill>
              <a:latin typeface="Archivo"/>
              <a:ea typeface="Archivo"/>
              <a:cs typeface="Archivo"/>
              <a:sym typeface="Archivo"/>
            </a:endParaRPr>
          </a:p>
        </p:txBody>
      </p:sp>
      <p:sp>
        <p:nvSpPr>
          <p:cNvPr id="333" name="Google Shape;333;p46" title="Green footer bar with page number"/>
          <p:cNvSpPr/>
          <p:nvPr/>
        </p:nvSpPr>
        <p:spPr>
          <a:xfrm>
            <a:off x="0" y="13175866"/>
            <a:ext cx="24384000" cy="54870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id="334" name="Google Shape;334;p46"/>
          <p:cNvSpPr txBox="1"/>
          <p:nvPr/>
        </p:nvSpPr>
        <p:spPr>
          <a:xfrm>
            <a:off x="23835359" y="13175866"/>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2000"/>
              <a:buFont typeface="Arial"/>
              <a:buNone/>
            </a:pPr>
            <a:fld id="{00000000-1234-1234-1234-123412341234}" type="slidenum">
              <a:rPr b="1" i="0" lang="en-US" sz="2000" u="none" cap="none" strike="noStrike">
                <a:solidFill>
                  <a:schemeClr val="accent1"/>
                </a:solidFill>
                <a:latin typeface="Arial"/>
                <a:ea typeface="Arial"/>
                <a:cs typeface="Arial"/>
                <a:sym typeface="Arial"/>
              </a:rPr>
              <a:t>‹#›</a:t>
            </a:fld>
            <a:endParaRPr b="1" i="0" sz="2000" u="none" cap="none" strike="noStrike">
              <a:solidFill>
                <a:schemeClr val="accent1"/>
              </a:solidFill>
              <a:latin typeface="Arial"/>
              <a:ea typeface="Arial"/>
              <a:cs typeface="Arial"/>
              <a:sym typeface="Arial"/>
            </a:endParaRPr>
          </a:p>
        </p:txBody>
      </p:sp>
      <p:pic>
        <p:nvPicPr>
          <p:cNvPr id="335" name="Google Shape;335;p46" title="Taylor Swift Example.png"/>
          <p:cNvPicPr preferRelativeResize="0"/>
          <p:nvPr/>
        </p:nvPicPr>
        <p:blipFill>
          <a:blip r:embed="rId4">
            <a:alphaModFix/>
          </a:blip>
          <a:stretch>
            <a:fillRect/>
          </a:stretch>
        </p:blipFill>
        <p:spPr>
          <a:xfrm>
            <a:off x="13802875" y="1497650"/>
            <a:ext cx="7830650" cy="3325075"/>
          </a:xfrm>
          <a:prstGeom prst="rect">
            <a:avLst/>
          </a:prstGeom>
          <a:noFill/>
          <a:ln cap="flat" cmpd="sng" w="19050">
            <a:solidFill>
              <a:schemeClr val="dk2"/>
            </a:solidFill>
            <a:prstDash val="solid"/>
            <a:round/>
            <a:headEnd len="sm" w="sm" type="none"/>
            <a:tailEnd len="sm" w="sm" type="none"/>
          </a:ln>
        </p:spPr>
      </p:pic>
      <p:pic>
        <p:nvPicPr>
          <p:cNvPr id="336" name="Google Shape;336;p46" title="Taylor Swift Example 2.png"/>
          <p:cNvPicPr preferRelativeResize="0"/>
          <p:nvPr/>
        </p:nvPicPr>
        <p:blipFill>
          <a:blip r:embed="rId5">
            <a:alphaModFix/>
          </a:blip>
          <a:stretch>
            <a:fillRect/>
          </a:stretch>
        </p:blipFill>
        <p:spPr>
          <a:xfrm>
            <a:off x="12563500" y="5670225"/>
            <a:ext cx="10309400" cy="6658150"/>
          </a:xfrm>
          <a:prstGeom prst="rect">
            <a:avLst/>
          </a:prstGeom>
          <a:noFill/>
          <a:ln cap="flat" cmpd="sng" w="19050">
            <a:solidFill>
              <a:schemeClr val="dk2"/>
            </a:solidFill>
            <a:prstDash val="solid"/>
            <a:round/>
            <a:headEnd len="sm" w="sm" type="none"/>
            <a:tailEnd len="sm" w="sm" type="none"/>
          </a:ln>
        </p:spPr>
      </p:pic>
      <p:cxnSp>
        <p:nvCxnSpPr>
          <p:cNvPr id="337" name="Google Shape;337;p46"/>
          <p:cNvCxnSpPr>
            <a:endCxn id="335" idx="1"/>
          </p:cNvCxnSpPr>
          <p:nvPr/>
        </p:nvCxnSpPr>
        <p:spPr>
          <a:xfrm flipH="1" rot="10800000">
            <a:off x="11203975" y="3160188"/>
            <a:ext cx="2598900" cy="1902000"/>
          </a:xfrm>
          <a:prstGeom prst="straightConnector1">
            <a:avLst/>
          </a:prstGeom>
          <a:noFill/>
          <a:ln cap="flat" cmpd="sng" w="76200">
            <a:solidFill>
              <a:schemeClr val="dk2"/>
            </a:solidFill>
            <a:prstDash val="solid"/>
            <a:round/>
            <a:headEnd len="med" w="med" type="none"/>
            <a:tailEnd len="med" w="med" type="triangle"/>
          </a:ln>
        </p:spPr>
      </p:cxnSp>
      <p:cxnSp>
        <p:nvCxnSpPr>
          <p:cNvPr id="338" name="Google Shape;338;p46"/>
          <p:cNvCxnSpPr/>
          <p:nvPr/>
        </p:nvCxnSpPr>
        <p:spPr>
          <a:xfrm flipH="1" rot="10800000">
            <a:off x="5508160" y="8795663"/>
            <a:ext cx="6885300" cy="53400"/>
          </a:xfrm>
          <a:prstGeom prst="straightConnector1">
            <a:avLst/>
          </a:prstGeom>
          <a:noFill/>
          <a:ln cap="flat" cmpd="sng" w="76200">
            <a:solidFill>
              <a:schemeClr val="dk2"/>
            </a:solidFill>
            <a:prstDash val="solid"/>
            <a:round/>
            <a:headEnd len="med" w="med" type="none"/>
            <a:tailEnd len="med" w="med" type="triangl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alpha val="0"/>
          </a:schemeClr>
        </a:solidFill>
      </p:bgPr>
    </p:bg>
    <p:spTree>
      <p:nvGrpSpPr>
        <p:cNvPr id="342" name="Shape 342"/>
        <p:cNvGrpSpPr/>
        <p:nvPr/>
      </p:nvGrpSpPr>
      <p:grpSpPr>
        <a:xfrm>
          <a:off x="0" y="0"/>
          <a:ext cx="0" cy="0"/>
          <a:chOff x="0" y="0"/>
          <a:chExt cx="0" cy="0"/>
        </a:xfrm>
      </p:grpSpPr>
      <p:pic>
        <p:nvPicPr>
          <p:cNvPr id="343" name="Google Shape;343;p47"/>
          <p:cNvPicPr preferRelativeResize="0"/>
          <p:nvPr/>
        </p:nvPicPr>
        <p:blipFill rotWithShape="1">
          <a:blip r:embed="rId3">
            <a:alphaModFix/>
          </a:blip>
          <a:srcRect b="1579" l="0" r="0" t="1569"/>
          <a:stretch/>
        </p:blipFill>
        <p:spPr>
          <a:xfrm>
            <a:off x="342431" y="499915"/>
            <a:ext cx="547744" cy="541653"/>
          </a:xfrm>
          <a:prstGeom prst="rect">
            <a:avLst/>
          </a:prstGeom>
          <a:noFill/>
          <a:ln>
            <a:noFill/>
          </a:ln>
        </p:spPr>
      </p:pic>
      <p:sp>
        <p:nvSpPr>
          <p:cNvPr id="344" name="Google Shape;344;p47"/>
          <p:cNvSpPr txBox="1"/>
          <p:nvPr/>
        </p:nvSpPr>
        <p:spPr>
          <a:xfrm>
            <a:off x="1224212" y="549243"/>
            <a:ext cx="8083500" cy="40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2600"/>
              <a:buFont typeface="Arial"/>
              <a:buNone/>
            </a:pPr>
            <a:r>
              <a:rPr b="1" lang="en-US" sz="2600">
                <a:solidFill>
                  <a:schemeClr val="dk2"/>
                </a:solidFill>
                <a:latin typeface="Archivo"/>
                <a:ea typeface="Archivo"/>
                <a:cs typeface="Archivo"/>
                <a:sym typeface="Archivo"/>
              </a:rPr>
              <a:t>BA 336: Essentials of Information Systems</a:t>
            </a:r>
            <a:endParaRPr b="1" i="0" sz="2600" u="none" cap="none" strike="noStrike">
              <a:solidFill>
                <a:schemeClr val="dk2"/>
              </a:solidFill>
              <a:latin typeface="Archivo"/>
              <a:ea typeface="Archivo"/>
              <a:cs typeface="Archivo"/>
              <a:sym typeface="Archivo"/>
            </a:endParaRPr>
          </a:p>
        </p:txBody>
      </p:sp>
      <p:sp>
        <p:nvSpPr>
          <p:cNvPr id="345" name="Google Shape;345;p47"/>
          <p:cNvSpPr txBox="1"/>
          <p:nvPr/>
        </p:nvSpPr>
        <p:spPr>
          <a:xfrm>
            <a:off x="1120825" y="1407196"/>
            <a:ext cx="11179800" cy="12282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chemeClr val="accent1"/>
              </a:buClr>
              <a:buSzPts val="10000"/>
              <a:buFont typeface="Arial"/>
              <a:buNone/>
            </a:pPr>
            <a:r>
              <a:rPr b="1" i="1" lang="en-US" sz="9000">
                <a:solidFill>
                  <a:schemeClr val="accent1"/>
                </a:solidFill>
                <a:latin typeface="Archivo Narrow"/>
                <a:ea typeface="Archivo Narrow"/>
                <a:cs typeface="Archivo Narrow"/>
                <a:sym typeface="Archivo Narrow"/>
              </a:rPr>
              <a:t>VLOOKUP </a:t>
            </a:r>
            <a:r>
              <a:rPr b="1" i="1" lang="en-US" sz="9000" u="sng">
                <a:solidFill>
                  <a:schemeClr val="accent1"/>
                </a:solidFill>
                <a:latin typeface="Archivo Narrow"/>
                <a:ea typeface="Archivo Narrow"/>
                <a:cs typeface="Archivo Narrow"/>
                <a:sym typeface="Archivo Narrow"/>
              </a:rPr>
              <a:t>Formula</a:t>
            </a:r>
            <a:endParaRPr sz="9000" u="sng">
              <a:latin typeface="Archivo Narrow"/>
              <a:ea typeface="Archivo Narrow"/>
              <a:cs typeface="Archivo Narrow"/>
              <a:sym typeface="Archivo Narrow"/>
            </a:endParaRPr>
          </a:p>
        </p:txBody>
      </p:sp>
      <p:sp>
        <p:nvSpPr>
          <p:cNvPr id="346" name="Google Shape;346;p47" title="Green footer bar with page number"/>
          <p:cNvSpPr/>
          <p:nvPr/>
        </p:nvSpPr>
        <p:spPr>
          <a:xfrm>
            <a:off x="0" y="13175866"/>
            <a:ext cx="24384000" cy="54870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id="347" name="Google Shape;347;p47"/>
          <p:cNvSpPr txBox="1"/>
          <p:nvPr/>
        </p:nvSpPr>
        <p:spPr>
          <a:xfrm>
            <a:off x="23835359" y="13175866"/>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2000"/>
              <a:buFont typeface="Arial"/>
              <a:buNone/>
            </a:pPr>
            <a:fld id="{00000000-1234-1234-1234-123412341234}" type="slidenum">
              <a:rPr b="1" i="0" lang="en-US" sz="2000" u="none" cap="none" strike="noStrike">
                <a:solidFill>
                  <a:schemeClr val="accent1"/>
                </a:solidFill>
                <a:latin typeface="Arial"/>
                <a:ea typeface="Arial"/>
                <a:cs typeface="Arial"/>
                <a:sym typeface="Arial"/>
              </a:rPr>
              <a:t>‹#›</a:t>
            </a:fld>
            <a:endParaRPr b="1" i="0" sz="2000" u="none" cap="none" strike="noStrike">
              <a:solidFill>
                <a:schemeClr val="accent1"/>
              </a:solidFill>
              <a:latin typeface="Arial"/>
              <a:ea typeface="Arial"/>
              <a:cs typeface="Arial"/>
              <a:sym typeface="Arial"/>
            </a:endParaRPr>
          </a:p>
        </p:txBody>
      </p:sp>
      <p:sp>
        <p:nvSpPr>
          <p:cNvPr id="348" name="Google Shape;348;p47"/>
          <p:cNvSpPr txBox="1"/>
          <p:nvPr/>
        </p:nvSpPr>
        <p:spPr>
          <a:xfrm>
            <a:off x="1057250" y="3969684"/>
            <a:ext cx="9966600" cy="8202300"/>
          </a:xfrm>
          <a:prstGeom prst="rect">
            <a:avLst/>
          </a:prstGeom>
          <a:noFill/>
          <a:ln>
            <a:noFill/>
          </a:ln>
        </p:spPr>
        <p:txBody>
          <a:bodyPr anchorCtr="0" anchor="t" bIns="0" lIns="0" spcFirstLastPara="1" rIns="0" wrap="square" tIns="0">
            <a:noAutofit/>
          </a:bodyPr>
          <a:lstStyle/>
          <a:p>
            <a:pPr indent="-469900" lvl="0" marL="457200" marR="0" rtl="0" algn="l">
              <a:lnSpc>
                <a:spcPct val="140000"/>
              </a:lnSpc>
              <a:spcBef>
                <a:spcPts val="0"/>
              </a:spcBef>
              <a:spcAft>
                <a:spcPts val="0"/>
              </a:spcAft>
              <a:buClr>
                <a:schemeClr val="dk2"/>
              </a:buClr>
              <a:buSzPts val="3800"/>
              <a:buFont typeface="Archivo"/>
              <a:buChar char="●"/>
            </a:pPr>
            <a:r>
              <a:rPr b="1" lang="en-US" sz="3800">
                <a:solidFill>
                  <a:schemeClr val="dk2"/>
                </a:solidFill>
                <a:latin typeface="Archivo"/>
                <a:ea typeface="Archivo"/>
                <a:cs typeface="Archivo"/>
                <a:sym typeface="Archivo"/>
              </a:rPr>
              <a:t>lookup_value</a:t>
            </a:r>
            <a:r>
              <a:rPr lang="en-US" sz="3800">
                <a:solidFill>
                  <a:schemeClr val="dk2"/>
                </a:solidFill>
                <a:latin typeface="Archivo"/>
                <a:ea typeface="Archivo"/>
                <a:cs typeface="Archivo"/>
                <a:sym typeface="Archivo"/>
              </a:rPr>
              <a:t>: </a:t>
            </a:r>
            <a:endParaRPr sz="3800">
              <a:solidFill>
                <a:schemeClr val="dk2"/>
              </a:solidFill>
              <a:latin typeface="Archivo"/>
              <a:ea typeface="Archivo"/>
              <a:cs typeface="Archivo"/>
              <a:sym typeface="Archivo"/>
            </a:endParaRPr>
          </a:p>
          <a:p>
            <a:pPr indent="-469900" lvl="1" marL="914400" marR="0" rtl="0" algn="l">
              <a:lnSpc>
                <a:spcPct val="140000"/>
              </a:lnSpc>
              <a:spcBef>
                <a:spcPts val="0"/>
              </a:spcBef>
              <a:spcAft>
                <a:spcPts val="0"/>
              </a:spcAft>
              <a:buClr>
                <a:schemeClr val="dk2"/>
              </a:buClr>
              <a:buSzPts val="3800"/>
              <a:buFont typeface="Archivo"/>
              <a:buChar char="○"/>
            </a:pPr>
            <a:r>
              <a:rPr lang="en-US" sz="3800">
                <a:solidFill>
                  <a:schemeClr val="dk2"/>
                </a:solidFill>
                <a:latin typeface="Archivo"/>
                <a:ea typeface="Archivo"/>
                <a:cs typeface="Archivo"/>
                <a:sym typeface="Archivo"/>
              </a:rPr>
              <a:t>use what you know to find what you don’t know</a:t>
            </a:r>
            <a:endParaRPr sz="3800">
              <a:solidFill>
                <a:schemeClr val="dk2"/>
              </a:solidFill>
              <a:latin typeface="Archivo"/>
              <a:ea typeface="Archivo"/>
              <a:cs typeface="Archivo"/>
              <a:sym typeface="Archivo"/>
            </a:endParaRPr>
          </a:p>
          <a:p>
            <a:pPr indent="-469900" lvl="0" marL="457200" marR="0" rtl="0" algn="l">
              <a:lnSpc>
                <a:spcPct val="140000"/>
              </a:lnSpc>
              <a:spcBef>
                <a:spcPts val="0"/>
              </a:spcBef>
              <a:spcAft>
                <a:spcPts val="0"/>
              </a:spcAft>
              <a:buClr>
                <a:schemeClr val="dk2"/>
              </a:buClr>
              <a:buSzPts val="3800"/>
              <a:buFont typeface="Archivo"/>
              <a:buChar char="●"/>
            </a:pPr>
            <a:r>
              <a:rPr b="1" lang="en-US" sz="3800">
                <a:solidFill>
                  <a:schemeClr val="dk2"/>
                </a:solidFill>
                <a:latin typeface="Archivo"/>
                <a:ea typeface="Archivo"/>
                <a:cs typeface="Archivo"/>
                <a:sym typeface="Archivo"/>
              </a:rPr>
              <a:t>table_array:</a:t>
            </a:r>
            <a:r>
              <a:rPr lang="en-US" sz="3800">
                <a:solidFill>
                  <a:schemeClr val="dk2"/>
                </a:solidFill>
                <a:latin typeface="Archivo"/>
                <a:ea typeface="Archivo"/>
                <a:cs typeface="Archivo"/>
                <a:sym typeface="Archivo"/>
              </a:rPr>
              <a:t> </a:t>
            </a:r>
            <a:endParaRPr sz="3800">
              <a:solidFill>
                <a:schemeClr val="dk2"/>
              </a:solidFill>
              <a:latin typeface="Archivo"/>
              <a:ea typeface="Archivo"/>
              <a:cs typeface="Archivo"/>
              <a:sym typeface="Archivo"/>
            </a:endParaRPr>
          </a:p>
          <a:p>
            <a:pPr indent="-469900" lvl="1" marL="914400" marR="0" rtl="0" algn="l">
              <a:lnSpc>
                <a:spcPct val="140000"/>
              </a:lnSpc>
              <a:spcBef>
                <a:spcPts val="0"/>
              </a:spcBef>
              <a:spcAft>
                <a:spcPts val="0"/>
              </a:spcAft>
              <a:buClr>
                <a:schemeClr val="dk2"/>
              </a:buClr>
              <a:buSzPts val="3800"/>
              <a:buFont typeface="Archivo"/>
              <a:buChar char="○"/>
            </a:pPr>
            <a:r>
              <a:rPr lang="en-US" sz="3800">
                <a:solidFill>
                  <a:schemeClr val="dk2"/>
                </a:solidFill>
                <a:latin typeface="Archivo"/>
                <a:ea typeface="Archivo"/>
                <a:cs typeface="Archivo"/>
                <a:sym typeface="Archivo"/>
              </a:rPr>
              <a:t>“Range” where Excel should look</a:t>
            </a:r>
            <a:endParaRPr sz="3800">
              <a:solidFill>
                <a:schemeClr val="dk2"/>
              </a:solidFill>
              <a:latin typeface="Archivo"/>
              <a:ea typeface="Archivo"/>
              <a:cs typeface="Archivo"/>
              <a:sym typeface="Archivo"/>
            </a:endParaRPr>
          </a:p>
          <a:p>
            <a:pPr indent="-469900" lvl="0" marL="457200" marR="0" rtl="0" algn="l">
              <a:lnSpc>
                <a:spcPct val="140000"/>
              </a:lnSpc>
              <a:spcBef>
                <a:spcPts val="0"/>
              </a:spcBef>
              <a:spcAft>
                <a:spcPts val="0"/>
              </a:spcAft>
              <a:buClr>
                <a:schemeClr val="dk2"/>
              </a:buClr>
              <a:buSzPts val="3800"/>
              <a:buFont typeface="Archivo"/>
              <a:buChar char="●"/>
            </a:pPr>
            <a:r>
              <a:rPr b="1" lang="en-US" sz="3800">
                <a:solidFill>
                  <a:schemeClr val="dk2"/>
                </a:solidFill>
                <a:latin typeface="Archivo"/>
                <a:ea typeface="Archivo"/>
                <a:cs typeface="Archivo"/>
                <a:sym typeface="Archivo"/>
              </a:rPr>
              <a:t>col_index_number</a:t>
            </a:r>
            <a:r>
              <a:rPr lang="en-US" sz="3800">
                <a:solidFill>
                  <a:schemeClr val="dk2"/>
                </a:solidFill>
                <a:latin typeface="Archivo"/>
                <a:ea typeface="Archivo"/>
                <a:cs typeface="Archivo"/>
                <a:sym typeface="Archivo"/>
              </a:rPr>
              <a:t>: </a:t>
            </a:r>
            <a:endParaRPr sz="3800">
              <a:solidFill>
                <a:schemeClr val="dk2"/>
              </a:solidFill>
              <a:latin typeface="Archivo"/>
              <a:ea typeface="Archivo"/>
              <a:cs typeface="Archivo"/>
              <a:sym typeface="Archivo"/>
            </a:endParaRPr>
          </a:p>
          <a:p>
            <a:pPr indent="-469900" lvl="1" marL="914400" marR="0" rtl="0" algn="l">
              <a:lnSpc>
                <a:spcPct val="140000"/>
              </a:lnSpc>
              <a:spcBef>
                <a:spcPts val="0"/>
              </a:spcBef>
              <a:spcAft>
                <a:spcPts val="0"/>
              </a:spcAft>
              <a:buClr>
                <a:schemeClr val="dk2"/>
              </a:buClr>
              <a:buSzPts val="3800"/>
              <a:buFont typeface="Archivo"/>
              <a:buChar char="○"/>
            </a:pPr>
            <a:r>
              <a:rPr lang="en-US" sz="3800">
                <a:solidFill>
                  <a:schemeClr val="dk2"/>
                </a:solidFill>
                <a:latin typeface="Archivo"/>
                <a:ea typeface="Archivo"/>
                <a:cs typeface="Archivo"/>
                <a:sym typeface="Archivo"/>
              </a:rPr>
              <a:t>Which column has the answer (columns are numbered, in order)</a:t>
            </a:r>
            <a:endParaRPr sz="3800">
              <a:solidFill>
                <a:schemeClr val="dk2"/>
              </a:solidFill>
              <a:latin typeface="Archivo"/>
              <a:ea typeface="Archivo"/>
              <a:cs typeface="Archivo"/>
              <a:sym typeface="Archivo"/>
            </a:endParaRPr>
          </a:p>
          <a:p>
            <a:pPr indent="-469900" lvl="0" marL="457200" marR="0" rtl="0" algn="l">
              <a:lnSpc>
                <a:spcPct val="140000"/>
              </a:lnSpc>
              <a:spcBef>
                <a:spcPts val="0"/>
              </a:spcBef>
              <a:spcAft>
                <a:spcPts val="0"/>
              </a:spcAft>
              <a:buClr>
                <a:schemeClr val="dk2"/>
              </a:buClr>
              <a:buSzPts val="3800"/>
              <a:buFont typeface="Archivo"/>
              <a:buChar char="●"/>
            </a:pPr>
            <a:r>
              <a:rPr b="1" lang="en-US" sz="3800">
                <a:solidFill>
                  <a:schemeClr val="dk2"/>
                </a:solidFill>
                <a:latin typeface="Archivo"/>
                <a:ea typeface="Archivo"/>
                <a:cs typeface="Archivo"/>
                <a:sym typeface="Archivo"/>
              </a:rPr>
              <a:t>range_lookup</a:t>
            </a:r>
            <a:r>
              <a:rPr lang="en-US" sz="3800">
                <a:solidFill>
                  <a:schemeClr val="dk2"/>
                </a:solidFill>
                <a:latin typeface="Archivo"/>
                <a:ea typeface="Archivo"/>
                <a:cs typeface="Archivo"/>
                <a:sym typeface="Archivo"/>
              </a:rPr>
              <a:t>: </a:t>
            </a:r>
            <a:endParaRPr sz="3800">
              <a:solidFill>
                <a:schemeClr val="dk2"/>
              </a:solidFill>
              <a:latin typeface="Archivo"/>
              <a:ea typeface="Archivo"/>
              <a:cs typeface="Archivo"/>
              <a:sym typeface="Archivo"/>
            </a:endParaRPr>
          </a:p>
          <a:p>
            <a:pPr indent="-469900" lvl="1" marL="914400" marR="0" rtl="0" algn="l">
              <a:lnSpc>
                <a:spcPct val="140000"/>
              </a:lnSpc>
              <a:spcBef>
                <a:spcPts val="0"/>
              </a:spcBef>
              <a:spcAft>
                <a:spcPts val="0"/>
              </a:spcAft>
              <a:buClr>
                <a:schemeClr val="dk2"/>
              </a:buClr>
              <a:buSzPts val="3800"/>
              <a:buFont typeface="Archivo"/>
              <a:buChar char="○"/>
            </a:pPr>
            <a:r>
              <a:rPr lang="en-US" sz="3800">
                <a:solidFill>
                  <a:schemeClr val="dk2"/>
                </a:solidFill>
                <a:latin typeface="Archivo"/>
                <a:ea typeface="Archivo"/>
                <a:cs typeface="Archivo"/>
                <a:sym typeface="Archivo"/>
              </a:rPr>
              <a:t>Should Exact look for an</a:t>
            </a:r>
            <a:r>
              <a:rPr b="1" lang="en-US" sz="3800">
                <a:solidFill>
                  <a:schemeClr val="dk2"/>
                </a:solidFill>
                <a:latin typeface="Archivo"/>
                <a:ea typeface="Archivo"/>
                <a:cs typeface="Archivo"/>
                <a:sym typeface="Archivo"/>
              </a:rPr>
              <a:t> exact match</a:t>
            </a:r>
            <a:r>
              <a:rPr lang="en-US" sz="3800">
                <a:solidFill>
                  <a:schemeClr val="dk2"/>
                </a:solidFill>
                <a:latin typeface="Archivo"/>
                <a:ea typeface="Archivo"/>
                <a:cs typeface="Archivo"/>
                <a:sym typeface="Archivo"/>
              </a:rPr>
              <a:t> or approximate </a:t>
            </a:r>
            <a:endParaRPr sz="3800">
              <a:solidFill>
                <a:schemeClr val="dk2"/>
              </a:solidFill>
              <a:latin typeface="Archivo"/>
              <a:ea typeface="Archivo"/>
              <a:cs typeface="Archivo"/>
              <a:sym typeface="Archivo"/>
            </a:endParaRPr>
          </a:p>
          <a:p>
            <a:pPr indent="0" lvl="0" marL="457200" marR="0" rtl="0" algn="l">
              <a:lnSpc>
                <a:spcPct val="140000"/>
              </a:lnSpc>
              <a:spcBef>
                <a:spcPts val="0"/>
              </a:spcBef>
              <a:spcAft>
                <a:spcPts val="0"/>
              </a:spcAft>
              <a:buNone/>
            </a:pPr>
            <a:r>
              <a:t/>
            </a:r>
            <a:endParaRPr sz="4100">
              <a:solidFill>
                <a:schemeClr val="dk2"/>
              </a:solidFill>
              <a:latin typeface="Archivo"/>
              <a:ea typeface="Archivo"/>
              <a:cs typeface="Archivo"/>
              <a:sym typeface="Archivo"/>
            </a:endParaRPr>
          </a:p>
        </p:txBody>
      </p:sp>
      <p:sp>
        <p:nvSpPr>
          <p:cNvPr id="349" name="Google Shape;349;p47"/>
          <p:cNvSpPr txBox="1"/>
          <p:nvPr/>
        </p:nvSpPr>
        <p:spPr>
          <a:xfrm>
            <a:off x="1224200" y="2497975"/>
            <a:ext cx="9632700" cy="84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000">
                <a:solidFill>
                  <a:schemeClr val="dk1"/>
                </a:solidFill>
                <a:latin typeface="Helvetica Neue"/>
                <a:ea typeface="Helvetica Neue"/>
                <a:cs typeface="Helvetica Neue"/>
                <a:sym typeface="Helvetica Neue"/>
              </a:rPr>
              <a:t>The Four Arguments </a:t>
            </a:r>
            <a:r>
              <a:rPr lang="en-US" sz="3000">
                <a:solidFill>
                  <a:schemeClr val="dk1"/>
                </a:solidFill>
                <a:latin typeface="Helvetica Neue"/>
                <a:ea typeface="Helvetica Neue"/>
                <a:cs typeface="Helvetica Neue"/>
                <a:sym typeface="Helvetica Neue"/>
              </a:rPr>
              <a:t>=VLOOKUP (arguments go inside parenthesis)</a:t>
            </a:r>
            <a:endParaRPr b="1" sz="3000">
              <a:solidFill>
                <a:schemeClr val="dk1"/>
              </a:solidFill>
              <a:latin typeface="Helvetica Neue"/>
              <a:ea typeface="Helvetica Neue"/>
              <a:cs typeface="Helvetica Neue"/>
              <a:sym typeface="Helvetica Neue"/>
            </a:endParaRPr>
          </a:p>
        </p:txBody>
      </p:sp>
      <p:pic>
        <p:nvPicPr>
          <p:cNvPr id="350" name="Google Shape;350;p47"/>
          <p:cNvPicPr preferRelativeResize="0"/>
          <p:nvPr/>
        </p:nvPicPr>
        <p:blipFill>
          <a:blip r:embed="rId4">
            <a:alphaModFix/>
          </a:blip>
          <a:stretch>
            <a:fillRect/>
          </a:stretch>
        </p:blipFill>
        <p:spPr>
          <a:xfrm>
            <a:off x="11408550" y="5708688"/>
            <a:ext cx="11534726" cy="6640768"/>
          </a:xfrm>
          <a:prstGeom prst="rect">
            <a:avLst/>
          </a:prstGeom>
          <a:noFill/>
          <a:ln>
            <a:noFill/>
          </a:ln>
        </p:spPr>
      </p:pic>
      <p:pic>
        <p:nvPicPr>
          <p:cNvPr id="351" name="Google Shape;351;p47" title="Taylor Swift Example.png"/>
          <p:cNvPicPr preferRelativeResize="0"/>
          <p:nvPr/>
        </p:nvPicPr>
        <p:blipFill>
          <a:blip r:embed="rId5">
            <a:alphaModFix/>
          </a:blip>
          <a:stretch>
            <a:fillRect/>
          </a:stretch>
        </p:blipFill>
        <p:spPr>
          <a:xfrm>
            <a:off x="13802875" y="1497650"/>
            <a:ext cx="7830650" cy="3325075"/>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alpha val="0"/>
          </a:schemeClr>
        </a:solidFill>
      </p:bgPr>
    </p:bg>
    <p:spTree>
      <p:nvGrpSpPr>
        <p:cNvPr id="355" name="Shape 355"/>
        <p:cNvGrpSpPr/>
        <p:nvPr/>
      </p:nvGrpSpPr>
      <p:grpSpPr>
        <a:xfrm>
          <a:off x="0" y="0"/>
          <a:ext cx="0" cy="0"/>
          <a:chOff x="0" y="0"/>
          <a:chExt cx="0" cy="0"/>
        </a:xfrm>
      </p:grpSpPr>
      <p:pic>
        <p:nvPicPr>
          <p:cNvPr id="356" name="Google Shape;356;p48"/>
          <p:cNvPicPr preferRelativeResize="0"/>
          <p:nvPr/>
        </p:nvPicPr>
        <p:blipFill rotWithShape="1">
          <a:blip r:embed="rId3">
            <a:alphaModFix/>
          </a:blip>
          <a:srcRect b="1579" l="0" r="0" t="1569"/>
          <a:stretch/>
        </p:blipFill>
        <p:spPr>
          <a:xfrm>
            <a:off x="342431" y="499915"/>
            <a:ext cx="547744" cy="541653"/>
          </a:xfrm>
          <a:prstGeom prst="rect">
            <a:avLst/>
          </a:prstGeom>
          <a:noFill/>
          <a:ln>
            <a:noFill/>
          </a:ln>
        </p:spPr>
      </p:pic>
      <p:sp>
        <p:nvSpPr>
          <p:cNvPr id="357" name="Google Shape;357;p48"/>
          <p:cNvSpPr txBox="1"/>
          <p:nvPr/>
        </p:nvSpPr>
        <p:spPr>
          <a:xfrm>
            <a:off x="1224212" y="549243"/>
            <a:ext cx="8083500" cy="40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2600"/>
              <a:buFont typeface="Arial"/>
              <a:buNone/>
            </a:pPr>
            <a:r>
              <a:rPr b="1" lang="en-US" sz="2600">
                <a:solidFill>
                  <a:schemeClr val="dk2"/>
                </a:solidFill>
                <a:latin typeface="Archivo"/>
                <a:ea typeface="Archivo"/>
                <a:cs typeface="Archivo"/>
                <a:sym typeface="Archivo"/>
              </a:rPr>
              <a:t>BA 336: Essentials of Information Systems</a:t>
            </a:r>
            <a:endParaRPr b="1" i="0" sz="2600" u="none" cap="none" strike="noStrike">
              <a:solidFill>
                <a:schemeClr val="dk2"/>
              </a:solidFill>
              <a:latin typeface="Archivo"/>
              <a:ea typeface="Archivo"/>
              <a:cs typeface="Archivo"/>
              <a:sym typeface="Archivo"/>
            </a:endParaRPr>
          </a:p>
        </p:txBody>
      </p:sp>
      <p:sp>
        <p:nvSpPr>
          <p:cNvPr id="358" name="Google Shape;358;p48"/>
          <p:cNvSpPr txBox="1"/>
          <p:nvPr/>
        </p:nvSpPr>
        <p:spPr>
          <a:xfrm>
            <a:off x="1120825" y="1407196"/>
            <a:ext cx="11179800" cy="12282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chemeClr val="accent1"/>
              </a:buClr>
              <a:buSzPts val="10000"/>
              <a:buFont typeface="Arial"/>
              <a:buNone/>
            </a:pPr>
            <a:r>
              <a:rPr b="1" i="1" lang="en-US" sz="9000">
                <a:solidFill>
                  <a:schemeClr val="accent1"/>
                </a:solidFill>
                <a:latin typeface="Archivo Narrow"/>
                <a:ea typeface="Archivo Narrow"/>
                <a:cs typeface="Archivo Narrow"/>
                <a:sym typeface="Archivo Narrow"/>
              </a:rPr>
              <a:t>VLOOKUP </a:t>
            </a:r>
            <a:r>
              <a:rPr b="1" i="1" lang="en-US" sz="9000" u="sng">
                <a:solidFill>
                  <a:schemeClr val="accent1"/>
                </a:solidFill>
                <a:latin typeface="Archivo Narrow"/>
                <a:ea typeface="Archivo Narrow"/>
                <a:cs typeface="Archivo Narrow"/>
                <a:sym typeface="Archivo Narrow"/>
              </a:rPr>
              <a:t>Formula</a:t>
            </a:r>
            <a:endParaRPr sz="9000" u="sng">
              <a:latin typeface="Archivo Narrow"/>
              <a:ea typeface="Archivo Narrow"/>
              <a:cs typeface="Archivo Narrow"/>
              <a:sym typeface="Archivo Narrow"/>
            </a:endParaRPr>
          </a:p>
        </p:txBody>
      </p:sp>
      <p:sp>
        <p:nvSpPr>
          <p:cNvPr id="359" name="Google Shape;359;p48"/>
          <p:cNvSpPr txBox="1"/>
          <p:nvPr/>
        </p:nvSpPr>
        <p:spPr>
          <a:xfrm>
            <a:off x="-7" y="5894225"/>
            <a:ext cx="18968400" cy="8463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accent1"/>
              </a:buClr>
              <a:buSzPts val="4000"/>
              <a:buFont typeface="Ultra"/>
              <a:buNone/>
            </a:pPr>
            <a:r>
              <a:t/>
            </a:r>
            <a:endParaRPr b="1" sz="4200">
              <a:latin typeface="Archivo Narrow"/>
              <a:ea typeface="Archivo Narrow"/>
              <a:cs typeface="Archivo Narrow"/>
              <a:sym typeface="Archivo Narrow"/>
            </a:endParaRPr>
          </a:p>
        </p:txBody>
      </p:sp>
      <p:sp>
        <p:nvSpPr>
          <p:cNvPr id="360" name="Google Shape;360;p48" title="Green footer bar with page number"/>
          <p:cNvSpPr/>
          <p:nvPr/>
        </p:nvSpPr>
        <p:spPr>
          <a:xfrm>
            <a:off x="0" y="13175866"/>
            <a:ext cx="24384000" cy="54870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id="361" name="Google Shape;361;p48"/>
          <p:cNvSpPr txBox="1"/>
          <p:nvPr/>
        </p:nvSpPr>
        <p:spPr>
          <a:xfrm>
            <a:off x="23835359" y="13175866"/>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2000"/>
              <a:buFont typeface="Arial"/>
              <a:buNone/>
            </a:pPr>
            <a:fld id="{00000000-1234-1234-1234-123412341234}" type="slidenum">
              <a:rPr b="1" i="0" lang="en-US" sz="2000" u="none" cap="none" strike="noStrike">
                <a:solidFill>
                  <a:schemeClr val="accent1"/>
                </a:solidFill>
                <a:latin typeface="Arial"/>
                <a:ea typeface="Arial"/>
                <a:cs typeface="Arial"/>
                <a:sym typeface="Arial"/>
              </a:rPr>
              <a:t>‹#›</a:t>
            </a:fld>
            <a:endParaRPr b="1" i="0" sz="2000" u="none" cap="none" strike="noStrike">
              <a:solidFill>
                <a:schemeClr val="accent1"/>
              </a:solidFill>
              <a:latin typeface="Arial"/>
              <a:ea typeface="Arial"/>
              <a:cs typeface="Arial"/>
              <a:sym typeface="Arial"/>
            </a:endParaRPr>
          </a:p>
        </p:txBody>
      </p:sp>
      <p:pic>
        <p:nvPicPr>
          <p:cNvPr id="362" name="Google Shape;362;p48" title="Taylor Swift Example.png"/>
          <p:cNvPicPr preferRelativeResize="0"/>
          <p:nvPr/>
        </p:nvPicPr>
        <p:blipFill>
          <a:blip r:embed="rId4">
            <a:alphaModFix/>
          </a:blip>
          <a:stretch>
            <a:fillRect/>
          </a:stretch>
        </p:blipFill>
        <p:spPr>
          <a:xfrm>
            <a:off x="1846250" y="5195463"/>
            <a:ext cx="7830650" cy="3325075"/>
          </a:xfrm>
          <a:prstGeom prst="rect">
            <a:avLst/>
          </a:prstGeom>
          <a:noFill/>
          <a:ln cap="flat" cmpd="sng" w="19050">
            <a:solidFill>
              <a:schemeClr val="dk2"/>
            </a:solidFill>
            <a:prstDash val="solid"/>
            <a:round/>
            <a:headEnd len="sm" w="sm" type="none"/>
            <a:tailEnd len="sm" w="sm" type="none"/>
          </a:ln>
        </p:spPr>
      </p:pic>
      <p:pic>
        <p:nvPicPr>
          <p:cNvPr id="363" name="Google Shape;363;p48" title="Taylor Swift Example 2.png"/>
          <p:cNvPicPr preferRelativeResize="0"/>
          <p:nvPr/>
        </p:nvPicPr>
        <p:blipFill>
          <a:blip r:embed="rId5">
            <a:alphaModFix/>
          </a:blip>
          <a:stretch>
            <a:fillRect/>
          </a:stretch>
        </p:blipFill>
        <p:spPr>
          <a:xfrm>
            <a:off x="11880000" y="2608000"/>
            <a:ext cx="10309400" cy="6658150"/>
          </a:xfrm>
          <a:prstGeom prst="rect">
            <a:avLst/>
          </a:prstGeom>
          <a:noFill/>
          <a:ln cap="flat" cmpd="sng" w="19050">
            <a:solidFill>
              <a:schemeClr val="dk2"/>
            </a:solidFill>
            <a:prstDash val="solid"/>
            <a:round/>
            <a:headEnd len="sm" w="sm" type="none"/>
            <a:tailEnd len="sm" w="sm" type="none"/>
          </a:ln>
        </p:spPr>
      </p:pic>
      <p:sp>
        <p:nvSpPr>
          <p:cNvPr id="364" name="Google Shape;364;p48"/>
          <p:cNvSpPr txBox="1"/>
          <p:nvPr/>
        </p:nvSpPr>
        <p:spPr>
          <a:xfrm>
            <a:off x="14248462" y="1417900"/>
            <a:ext cx="618300" cy="84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4800">
                <a:solidFill>
                  <a:schemeClr val="dk1"/>
                </a:solidFill>
                <a:latin typeface="Helvetica Neue"/>
                <a:ea typeface="Helvetica Neue"/>
                <a:cs typeface="Helvetica Neue"/>
                <a:sym typeface="Helvetica Neue"/>
              </a:rPr>
              <a:t>B</a:t>
            </a:r>
            <a:endParaRPr sz="4800">
              <a:solidFill>
                <a:schemeClr val="dk1"/>
              </a:solidFill>
              <a:latin typeface="Helvetica Neue"/>
              <a:ea typeface="Helvetica Neue"/>
              <a:cs typeface="Helvetica Neue"/>
              <a:sym typeface="Helvetica Neue"/>
            </a:endParaRPr>
          </a:p>
        </p:txBody>
      </p:sp>
      <p:sp>
        <p:nvSpPr>
          <p:cNvPr id="365" name="Google Shape;365;p48"/>
          <p:cNvSpPr txBox="1"/>
          <p:nvPr/>
        </p:nvSpPr>
        <p:spPr>
          <a:xfrm>
            <a:off x="16518975" y="1417900"/>
            <a:ext cx="618300" cy="84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4800">
                <a:solidFill>
                  <a:schemeClr val="dk1"/>
                </a:solidFill>
                <a:latin typeface="Helvetica Neue"/>
                <a:ea typeface="Helvetica Neue"/>
                <a:cs typeface="Helvetica Neue"/>
                <a:sym typeface="Helvetica Neue"/>
              </a:rPr>
              <a:t>C</a:t>
            </a:r>
            <a:endParaRPr sz="4800">
              <a:solidFill>
                <a:schemeClr val="dk1"/>
              </a:solidFill>
              <a:latin typeface="Helvetica Neue"/>
              <a:ea typeface="Helvetica Neue"/>
              <a:cs typeface="Helvetica Neue"/>
              <a:sym typeface="Helvetica Neue"/>
            </a:endParaRPr>
          </a:p>
        </p:txBody>
      </p:sp>
      <p:sp>
        <p:nvSpPr>
          <p:cNvPr id="366" name="Google Shape;366;p48"/>
          <p:cNvSpPr txBox="1"/>
          <p:nvPr/>
        </p:nvSpPr>
        <p:spPr>
          <a:xfrm>
            <a:off x="18443300" y="1407200"/>
            <a:ext cx="618300" cy="84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4800">
                <a:solidFill>
                  <a:schemeClr val="dk1"/>
                </a:solidFill>
                <a:latin typeface="Helvetica Neue"/>
                <a:ea typeface="Helvetica Neue"/>
                <a:cs typeface="Helvetica Neue"/>
                <a:sym typeface="Helvetica Neue"/>
              </a:rPr>
              <a:t>D</a:t>
            </a:r>
            <a:endParaRPr sz="4800">
              <a:solidFill>
                <a:schemeClr val="dk1"/>
              </a:solidFill>
              <a:latin typeface="Helvetica Neue"/>
              <a:ea typeface="Helvetica Neue"/>
              <a:cs typeface="Helvetica Neue"/>
              <a:sym typeface="Helvetica Neue"/>
            </a:endParaRPr>
          </a:p>
        </p:txBody>
      </p:sp>
      <p:grpSp>
        <p:nvGrpSpPr>
          <p:cNvPr id="367" name="Google Shape;367;p48"/>
          <p:cNvGrpSpPr/>
          <p:nvPr/>
        </p:nvGrpSpPr>
        <p:grpSpPr>
          <a:xfrm>
            <a:off x="12294500" y="1428600"/>
            <a:ext cx="8784600" cy="846300"/>
            <a:chOff x="13512200" y="358300"/>
            <a:chExt cx="8784600" cy="846300"/>
          </a:xfrm>
        </p:grpSpPr>
        <p:sp>
          <p:nvSpPr>
            <p:cNvPr id="368" name="Google Shape;368;p48"/>
            <p:cNvSpPr txBox="1"/>
            <p:nvPr/>
          </p:nvSpPr>
          <p:spPr>
            <a:xfrm>
              <a:off x="13512200" y="358300"/>
              <a:ext cx="618300" cy="84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4800">
                  <a:solidFill>
                    <a:schemeClr val="dk1"/>
                  </a:solidFill>
                  <a:latin typeface="Helvetica Neue"/>
                  <a:ea typeface="Helvetica Neue"/>
                  <a:cs typeface="Helvetica Neue"/>
                  <a:sym typeface="Helvetica Neue"/>
                </a:rPr>
                <a:t>A</a:t>
              </a:r>
              <a:endParaRPr sz="4800">
                <a:solidFill>
                  <a:schemeClr val="dk1"/>
                </a:solidFill>
                <a:latin typeface="Helvetica Neue"/>
                <a:ea typeface="Helvetica Neue"/>
                <a:cs typeface="Helvetica Neue"/>
                <a:sym typeface="Helvetica Neue"/>
              </a:endParaRPr>
            </a:p>
          </p:txBody>
        </p:sp>
        <p:sp>
          <p:nvSpPr>
            <p:cNvPr id="369" name="Google Shape;369;p48"/>
            <p:cNvSpPr txBox="1"/>
            <p:nvPr/>
          </p:nvSpPr>
          <p:spPr>
            <a:xfrm>
              <a:off x="21678500" y="358300"/>
              <a:ext cx="618300" cy="84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4800">
                  <a:solidFill>
                    <a:schemeClr val="dk1"/>
                  </a:solidFill>
                  <a:latin typeface="Helvetica Neue"/>
                  <a:ea typeface="Helvetica Neue"/>
                  <a:cs typeface="Helvetica Neue"/>
                  <a:sym typeface="Helvetica Neue"/>
                </a:rPr>
                <a:t>E</a:t>
              </a:r>
              <a:endParaRPr sz="4800">
                <a:solidFill>
                  <a:schemeClr val="dk1"/>
                </a:solidFill>
                <a:latin typeface="Helvetica Neue"/>
                <a:ea typeface="Helvetica Neue"/>
                <a:cs typeface="Helvetica Neue"/>
                <a:sym typeface="Helvetica Neue"/>
              </a:endParaRPr>
            </a:p>
          </p:txBody>
        </p:sp>
      </p:grpSp>
      <p:sp>
        <p:nvSpPr>
          <p:cNvPr id="370" name="Google Shape;370;p48"/>
          <p:cNvSpPr txBox="1"/>
          <p:nvPr/>
        </p:nvSpPr>
        <p:spPr>
          <a:xfrm>
            <a:off x="6644375" y="6780375"/>
            <a:ext cx="2663400" cy="84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4800">
              <a:solidFill>
                <a:srgbClr val="FFFFFF"/>
              </a:solidFill>
              <a:latin typeface="Helvetica Neue"/>
              <a:ea typeface="Helvetica Neue"/>
              <a:cs typeface="Helvetica Neue"/>
              <a:sym typeface="Helvetica Neue"/>
            </a:endParaRPr>
          </a:p>
        </p:txBody>
      </p:sp>
      <p:sp>
        <p:nvSpPr>
          <p:cNvPr id="371" name="Google Shape;371;p48"/>
          <p:cNvSpPr txBox="1"/>
          <p:nvPr/>
        </p:nvSpPr>
        <p:spPr>
          <a:xfrm>
            <a:off x="5917600" y="6639513"/>
            <a:ext cx="3759300" cy="8463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500">
                <a:solidFill>
                  <a:schemeClr val="dk1"/>
                </a:solidFill>
                <a:latin typeface="Helvetica Neue"/>
                <a:ea typeface="Helvetica Neue"/>
                <a:cs typeface="Helvetica Neue"/>
                <a:sym typeface="Helvetica Neue"/>
              </a:rPr>
              <a:t>=</a:t>
            </a:r>
            <a:r>
              <a:rPr lang="en-US" sz="3500">
                <a:solidFill>
                  <a:schemeClr val="dk1"/>
                </a:solidFill>
                <a:latin typeface="Helvetica Neue"/>
                <a:ea typeface="Helvetica Neue"/>
                <a:cs typeface="Helvetica Neue"/>
                <a:sym typeface="Helvetica Neue"/>
              </a:rPr>
              <a:t>VLOOKUP(       )                </a:t>
            </a:r>
            <a:endParaRPr sz="3500">
              <a:solidFill>
                <a:schemeClr val="dk1"/>
              </a:solidFill>
              <a:latin typeface="Helvetica Neue"/>
              <a:ea typeface="Helvetica Neue"/>
              <a:cs typeface="Helvetica Neue"/>
              <a:sym typeface="Helvetica Neue"/>
            </a:endParaRPr>
          </a:p>
        </p:txBody>
      </p:sp>
      <p:sp>
        <p:nvSpPr>
          <p:cNvPr id="372" name="Google Shape;372;p48"/>
          <p:cNvSpPr txBox="1"/>
          <p:nvPr/>
        </p:nvSpPr>
        <p:spPr>
          <a:xfrm>
            <a:off x="1820425" y="9621875"/>
            <a:ext cx="6872400" cy="1982400"/>
          </a:xfrm>
          <a:prstGeom prst="rect">
            <a:avLst/>
          </a:prstGeom>
          <a:noFill/>
          <a:ln>
            <a:noFill/>
          </a:ln>
        </p:spPr>
        <p:txBody>
          <a:bodyPr anchorCtr="0" anchor="t" bIns="91425" lIns="91425" spcFirstLastPara="1" rIns="91425" wrap="square" tIns="91425">
            <a:noAutofit/>
          </a:bodyPr>
          <a:lstStyle/>
          <a:p>
            <a:pPr indent="-450850" lvl="0" marL="457200" rtl="0" algn="l">
              <a:spcBef>
                <a:spcPts val="0"/>
              </a:spcBef>
              <a:spcAft>
                <a:spcPts val="0"/>
              </a:spcAft>
              <a:buClr>
                <a:schemeClr val="dk1"/>
              </a:buClr>
              <a:buSzPts val="3500"/>
              <a:buFont typeface="Helvetica Neue"/>
              <a:buChar char="●"/>
            </a:pPr>
            <a:r>
              <a:rPr lang="en-US" sz="3500">
                <a:solidFill>
                  <a:schemeClr val="dk1"/>
                </a:solidFill>
                <a:latin typeface="Helvetica Neue"/>
                <a:ea typeface="Helvetica Neue"/>
                <a:cs typeface="Helvetica Neue"/>
                <a:sym typeface="Helvetica Neue"/>
              </a:rPr>
              <a:t>Value to look up</a:t>
            </a:r>
            <a:endParaRPr sz="3500">
              <a:solidFill>
                <a:schemeClr val="dk1"/>
              </a:solidFill>
              <a:latin typeface="Helvetica Neue"/>
              <a:ea typeface="Helvetica Neue"/>
              <a:cs typeface="Helvetica Neue"/>
              <a:sym typeface="Helvetica Neue"/>
            </a:endParaRPr>
          </a:p>
          <a:p>
            <a:pPr indent="-450850" lvl="0" marL="457200" rtl="0" algn="l">
              <a:spcBef>
                <a:spcPts val="0"/>
              </a:spcBef>
              <a:spcAft>
                <a:spcPts val="0"/>
              </a:spcAft>
              <a:buClr>
                <a:schemeClr val="dk1"/>
              </a:buClr>
              <a:buSzPts val="3500"/>
              <a:buFont typeface="Helvetica Neue"/>
              <a:buChar char="●"/>
            </a:pPr>
            <a:r>
              <a:rPr lang="en-US" sz="3500">
                <a:solidFill>
                  <a:schemeClr val="dk1"/>
                </a:solidFill>
                <a:latin typeface="Helvetica Neue"/>
                <a:ea typeface="Helvetica Neue"/>
                <a:cs typeface="Helvetica Neue"/>
                <a:sym typeface="Helvetica Neue"/>
              </a:rPr>
              <a:t>Where to look </a:t>
            </a:r>
            <a:endParaRPr sz="3500">
              <a:solidFill>
                <a:schemeClr val="dk1"/>
              </a:solidFill>
              <a:latin typeface="Helvetica Neue"/>
              <a:ea typeface="Helvetica Neue"/>
              <a:cs typeface="Helvetica Neue"/>
              <a:sym typeface="Helvetica Neue"/>
            </a:endParaRPr>
          </a:p>
          <a:p>
            <a:pPr indent="-450850" lvl="0" marL="457200" rtl="0" algn="l">
              <a:spcBef>
                <a:spcPts val="0"/>
              </a:spcBef>
              <a:spcAft>
                <a:spcPts val="0"/>
              </a:spcAft>
              <a:buClr>
                <a:schemeClr val="dk1"/>
              </a:buClr>
              <a:buSzPts val="3500"/>
              <a:buFont typeface="Helvetica Neue"/>
              <a:buChar char="●"/>
            </a:pPr>
            <a:r>
              <a:rPr lang="en-US" sz="3500">
                <a:solidFill>
                  <a:schemeClr val="dk1"/>
                </a:solidFill>
                <a:latin typeface="Helvetica Neue"/>
                <a:ea typeface="Helvetica Neue"/>
                <a:cs typeface="Helvetica Neue"/>
                <a:sym typeface="Helvetica Neue"/>
              </a:rPr>
              <a:t>Which </a:t>
            </a:r>
            <a:r>
              <a:rPr lang="en-US" sz="3500">
                <a:solidFill>
                  <a:schemeClr val="dk1"/>
                </a:solidFill>
                <a:latin typeface="Helvetica Neue"/>
                <a:ea typeface="Helvetica Neue"/>
                <a:cs typeface="Helvetica Neue"/>
                <a:sym typeface="Helvetica Neue"/>
              </a:rPr>
              <a:t>column</a:t>
            </a:r>
            <a:r>
              <a:rPr lang="en-US" sz="3500">
                <a:solidFill>
                  <a:schemeClr val="dk1"/>
                </a:solidFill>
                <a:latin typeface="Helvetica Neue"/>
                <a:ea typeface="Helvetica Neue"/>
                <a:cs typeface="Helvetica Neue"/>
                <a:sym typeface="Helvetica Neue"/>
              </a:rPr>
              <a:t> to </a:t>
            </a:r>
            <a:r>
              <a:rPr lang="en-US" sz="3500">
                <a:solidFill>
                  <a:schemeClr val="dk1"/>
                </a:solidFill>
                <a:latin typeface="Helvetica Neue"/>
                <a:ea typeface="Helvetica Neue"/>
                <a:cs typeface="Helvetica Neue"/>
                <a:sym typeface="Helvetica Neue"/>
              </a:rPr>
              <a:t>return</a:t>
            </a:r>
            <a:endParaRPr sz="3500">
              <a:solidFill>
                <a:schemeClr val="dk1"/>
              </a:solidFill>
              <a:latin typeface="Helvetica Neue"/>
              <a:ea typeface="Helvetica Neue"/>
              <a:cs typeface="Helvetica Neue"/>
              <a:sym typeface="Helvetica Neue"/>
            </a:endParaRPr>
          </a:p>
          <a:p>
            <a:pPr indent="-450850" lvl="0" marL="457200" rtl="0" algn="l">
              <a:spcBef>
                <a:spcPts val="0"/>
              </a:spcBef>
              <a:spcAft>
                <a:spcPts val="0"/>
              </a:spcAft>
              <a:buClr>
                <a:schemeClr val="dk1"/>
              </a:buClr>
              <a:buSzPts val="3500"/>
              <a:buFont typeface="Helvetica Neue"/>
              <a:buChar char="●"/>
            </a:pPr>
            <a:r>
              <a:rPr lang="en-US" sz="3500">
                <a:solidFill>
                  <a:schemeClr val="dk1"/>
                </a:solidFill>
                <a:latin typeface="Helvetica Neue"/>
                <a:ea typeface="Helvetica Neue"/>
                <a:cs typeface="Helvetica Neue"/>
                <a:sym typeface="Helvetica Neue"/>
              </a:rPr>
              <a:t>Exact match or approximate</a:t>
            </a:r>
            <a:endParaRPr sz="3500">
              <a:solidFill>
                <a:schemeClr val="dk1"/>
              </a:solidFill>
              <a:latin typeface="Helvetica Neue"/>
              <a:ea typeface="Helvetica Neue"/>
              <a:cs typeface="Helvetica Neue"/>
              <a:sym typeface="Helvetica Neue"/>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6" name="Shape 376"/>
        <p:cNvGrpSpPr/>
        <p:nvPr/>
      </p:nvGrpSpPr>
      <p:grpSpPr>
        <a:xfrm>
          <a:off x="0" y="0"/>
          <a:ext cx="0" cy="0"/>
          <a:chOff x="0" y="0"/>
          <a:chExt cx="0" cy="0"/>
        </a:xfrm>
      </p:grpSpPr>
      <p:sp>
        <p:nvSpPr>
          <p:cNvPr id="377" name="Google Shape;377;p49"/>
          <p:cNvSpPr txBox="1"/>
          <p:nvPr/>
        </p:nvSpPr>
        <p:spPr>
          <a:xfrm>
            <a:off x="0" y="5126125"/>
            <a:ext cx="24384000" cy="2203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accent1"/>
              </a:buClr>
              <a:buSzPts val="14400"/>
              <a:buFont typeface="Arial"/>
              <a:buNone/>
            </a:pPr>
            <a:r>
              <a:rPr lang="en-US" sz="14400">
                <a:solidFill>
                  <a:schemeClr val="accent1"/>
                </a:solidFill>
                <a:latin typeface="Archivo Narrow"/>
                <a:ea typeface="Archivo Narrow"/>
                <a:cs typeface="Archivo Narrow"/>
                <a:sym typeface="Archivo Narrow"/>
              </a:rPr>
              <a:t>Platforms, Network Effects, and Winner Take All</a:t>
            </a:r>
            <a:endParaRPr>
              <a:latin typeface="Archivo Narrow"/>
              <a:ea typeface="Archivo Narrow"/>
              <a:cs typeface="Archivo Narrow"/>
              <a:sym typeface="Archivo Narrow"/>
            </a:endParaRPr>
          </a:p>
        </p:txBody>
      </p:sp>
      <p:sp>
        <p:nvSpPr>
          <p:cNvPr id="378" name="Google Shape;378;p49"/>
          <p:cNvSpPr txBox="1"/>
          <p:nvPr/>
        </p:nvSpPr>
        <p:spPr>
          <a:xfrm>
            <a:off x="5689650" y="9741250"/>
            <a:ext cx="13004700" cy="677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accent4"/>
              </a:buClr>
              <a:buSzPts val="2200"/>
              <a:buFont typeface="Arial"/>
              <a:buNone/>
            </a:pPr>
            <a:r>
              <a:rPr b="1" lang="en-US" sz="3300">
                <a:solidFill>
                  <a:schemeClr val="accent4"/>
                </a:solidFill>
                <a:latin typeface="Archivo"/>
                <a:ea typeface="Archivo"/>
                <a:cs typeface="Archivo"/>
                <a:sym typeface="Archivo"/>
              </a:rPr>
              <a:t>Metcalf’s Law</a:t>
            </a:r>
            <a:endParaRPr sz="2500">
              <a:latin typeface="Archivo"/>
              <a:ea typeface="Archivo"/>
              <a:cs typeface="Archivo"/>
              <a:sym typeface="Archivo"/>
            </a:endParaRPr>
          </a:p>
        </p:txBody>
      </p:sp>
      <p:sp>
        <p:nvSpPr>
          <p:cNvPr id="379" name="Google Shape;379;p49"/>
          <p:cNvSpPr txBox="1"/>
          <p:nvPr/>
        </p:nvSpPr>
        <p:spPr>
          <a:xfrm>
            <a:off x="1224212" y="549243"/>
            <a:ext cx="8083500" cy="40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34343"/>
              </a:buClr>
              <a:buSzPts val="2600"/>
              <a:buFont typeface="Arial"/>
              <a:buNone/>
            </a:pPr>
            <a:r>
              <a:rPr b="1" lang="en-US" sz="2600">
                <a:solidFill>
                  <a:srgbClr val="434343"/>
                </a:solidFill>
                <a:latin typeface="Archivo"/>
                <a:ea typeface="Archivo"/>
                <a:cs typeface="Archivo"/>
                <a:sym typeface="Archivo"/>
              </a:rPr>
              <a:t>BA 336: Information Literacy</a:t>
            </a:r>
            <a:endParaRPr b="1" i="0" sz="2600" u="none" cap="none" strike="noStrike">
              <a:solidFill>
                <a:srgbClr val="434343"/>
              </a:solidFill>
              <a:latin typeface="Archivo"/>
              <a:ea typeface="Archivo"/>
              <a:cs typeface="Archivo"/>
              <a:sym typeface="Archivo"/>
            </a:endParaRPr>
          </a:p>
        </p:txBody>
      </p:sp>
      <p:pic>
        <p:nvPicPr>
          <p:cNvPr id="380" name="Google Shape;380;p49"/>
          <p:cNvPicPr preferRelativeResize="0"/>
          <p:nvPr/>
        </p:nvPicPr>
        <p:blipFill rotWithShape="1">
          <a:blip r:embed="rId3">
            <a:alphaModFix/>
          </a:blip>
          <a:srcRect b="1579" l="0" r="0" t="1569"/>
          <a:stretch/>
        </p:blipFill>
        <p:spPr>
          <a:xfrm>
            <a:off x="342431" y="499915"/>
            <a:ext cx="547744" cy="54165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alpha val="0"/>
          </a:schemeClr>
        </a:solidFill>
      </p:bgPr>
    </p:bg>
    <p:spTree>
      <p:nvGrpSpPr>
        <p:cNvPr id="384" name="Shape 384"/>
        <p:cNvGrpSpPr/>
        <p:nvPr/>
      </p:nvGrpSpPr>
      <p:grpSpPr>
        <a:xfrm>
          <a:off x="0" y="0"/>
          <a:ext cx="0" cy="0"/>
          <a:chOff x="0" y="0"/>
          <a:chExt cx="0" cy="0"/>
        </a:xfrm>
      </p:grpSpPr>
      <p:pic>
        <p:nvPicPr>
          <p:cNvPr id="385" name="Google Shape;385;p50"/>
          <p:cNvPicPr preferRelativeResize="0"/>
          <p:nvPr/>
        </p:nvPicPr>
        <p:blipFill rotWithShape="1">
          <a:blip r:embed="rId3">
            <a:alphaModFix/>
          </a:blip>
          <a:srcRect b="1579" l="0" r="0" t="1569"/>
          <a:stretch/>
        </p:blipFill>
        <p:spPr>
          <a:xfrm>
            <a:off x="342431" y="499915"/>
            <a:ext cx="547744" cy="541653"/>
          </a:xfrm>
          <a:prstGeom prst="rect">
            <a:avLst/>
          </a:prstGeom>
          <a:noFill/>
          <a:ln>
            <a:noFill/>
          </a:ln>
        </p:spPr>
      </p:pic>
      <p:sp>
        <p:nvSpPr>
          <p:cNvPr id="386" name="Google Shape;386;p50"/>
          <p:cNvSpPr txBox="1"/>
          <p:nvPr/>
        </p:nvSpPr>
        <p:spPr>
          <a:xfrm>
            <a:off x="1224212" y="549243"/>
            <a:ext cx="8083500" cy="40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2600"/>
              <a:buFont typeface="Arial"/>
              <a:buNone/>
            </a:pPr>
            <a:r>
              <a:rPr b="1" lang="en-US" sz="2600">
                <a:solidFill>
                  <a:schemeClr val="dk2"/>
                </a:solidFill>
                <a:latin typeface="Archivo"/>
                <a:ea typeface="Archivo"/>
                <a:cs typeface="Archivo"/>
                <a:sym typeface="Archivo"/>
              </a:rPr>
              <a:t>BA 336: Essentials of Information Systems</a:t>
            </a:r>
            <a:endParaRPr b="1" i="0" sz="2600" u="none" cap="none" strike="noStrike">
              <a:solidFill>
                <a:schemeClr val="dk2"/>
              </a:solidFill>
              <a:latin typeface="Archivo"/>
              <a:ea typeface="Archivo"/>
              <a:cs typeface="Archivo"/>
              <a:sym typeface="Archivo"/>
            </a:endParaRPr>
          </a:p>
        </p:txBody>
      </p:sp>
      <p:sp>
        <p:nvSpPr>
          <p:cNvPr id="387" name="Google Shape;387;p50"/>
          <p:cNvSpPr txBox="1"/>
          <p:nvPr/>
        </p:nvSpPr>
        <p:spPr>
          <a:xfrm>
            <a:off x="1217700" y="1929175"/>
            <a:ext cx="11682000" cy="15234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chemeClr val="accent1"/>
              </a:buClr>
              <a:buSzPts val="10000"/>
              <a:buFont typeface="Arial"/>
              <a:buNone/>
            </a:pPr>
            <a:r>
              <a:rPr b="1" i="1" lang="en-US" sz="9000">
                <a:solidFill>
                  <a:schemeClr val="accent1"/>
                </a:solidFill>
                <a:latin typeface="Archivo Narrow"/>
                <a:ea typeface="Archivo Narrow"/>
                <a:cs typeface="Archivo Narrow"/>
                <a:sym typeface="Archivo Narrow"/>
              </a:rPr>
              <a:t>Learning Outcomes</a:t>
            </a:r>
            <a:endParaRPr sz="9000">
              <a:latin typeface="Archivo Narrow"/>
              <a:ea typeface="Archivo Narrow"/>
              <a:cs typeface="Archivo Narrow"/>
              <a:sym typeface="Archivo Narrow"/>
            </a:endParaRPr>
          </a:p>
        </p:txBody>
      </p:sp>
      <p:sp>
        <p:nvSpPr>
          <p:cNvPr id="388" name="Google Shape;388;p50"/>
          <p:cNvSpPr txBox="1"/>
          <p:nvPr/>
        </p:nvSpPr>
        <p:spPr>
          <a:xfrm>
            <a:off x="1217693" y="4823925"/>
            <a:ext cx="18968400" cy="8463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accent1"/>
              </a:buClr>
              <a:buSzPts val="4000"/>
              <a:buFont typeface="Ultra"/>
              <a:buNone/>
            </a:pPr>
            <a:r>
              <a:t/>
            </a:r>
            <a:endParaRPr b="1" sz="4200">
              <a:latin typeface="Archivo Narrow"/>
              <a:ea typeface="Archivo Narrow"/>
              <a:cs typeface="Archivo Narrow"/>
              <a:sym typeface="Archivo Narrow"/>
            </a:endParaRPr>
          </a:p>
        </p:txBody>
      </p:sp>
      <p:sp>
        <p:nvSpPr>
          <p:cNvPr id="389" name="Google Shape;389;p50"/>
          <p:cNvSpPr txBox="1"/>
          <p:nvPr/>
        </p:nvSpPr>
        <p:spPr>
          <a:xfrm>
            <a:off x="1844825" y="3659000"/>
            <a:ext cx="9966600" cy="7682100"/>
          </a:xfrm>
          <a:prstGeom prst="rect">
            <a:avLst/>
          </a:prstGeom>
          <a:noFill/>
          <a:ln>
            <a:noFill/>
          </a:ln>
        </p:spPr>
        <p:txBody>
          <a:bodyPr anchorCtr="0" anchor="t" bIns="0" lIns="0" spcFirstLastPara="1" rIns="0" wrap="square" tIns="0">
            <a:noAutofit/>
          </a:bodyPr>
          <a:lstStyle/>
          <a:p>
            <a:pPr indent="-457200" lvl="0" marL="457200" rtl="0" algn="l">
              <a:lnSpc>
                <a:spcPct val="115000"/>
              </a:lnSpc>
              <a:spcBef>
                <a:spcPts val="0"/>
              </a:spcBef>
              <a:spcAft>
                <a:spcPts val="0"/>
              </a:spcAft>
              <a:buClr>
                <a:srgbClr val="2D3B45"/>
              </a:buClr>
              <a:buSzPts val="3600"/>
              <a:buFont typeface="Lato"/>
              <a:buChar char="●"/>
            </a:pPr>
            <a:r>
              <a:rPr lang="en-US" sz="3600">
                <a:solidFill>
                  <a:srgbClr val="2D3B45"/>
                </a:solidFill>
                <a:highlight>
                  <a:srgbClr val="FFFFFF"/>
                </a:highlight>
                <a:latin typeface="Lato"/>
                <a:ea typeface="Lato"/>
                <a:cs typeface="Lato"/>
                <a:sym typeface="Lato"/>
              </a:rPr>
              <a:t>Define Network Effects</a:t>
            </a:r>
            <a:endParaRPr sz="3600">
              <a:solidFill>
                <a:srgbClr val="2D3B45"/>
              </a:solidFill>
              <a:highlight>
                <a:srgbClr val="FFFFFF"/>
              </a:highlight>
              <a:latin typeface="Lato"/>
              <a:ea typeface="Lato"/>
              <a:cs typeface="Lato"/>
              <a:sym typeface="Lato"/>
            </a:endParaRPr>
          </a:p>
          <a:p>
            <a:pPr indent="-400050" lvl="1" marL="914400" rtl="0" algn="l">
              <a:lnSpc>
                <a:spcPct val="115000"/>
              </a:lnSpc>
              <a:spcBef>
                <a:spcPts val="0"/>
              </a:spcBef>
              <a:spcAft>
                <a:spcPts val="0"/>
              </a:spcAft>
              <a:buClr>
                <a:srgbClr val="2D3B45"/>
              </a:buClr>
              <a:buSzPts val="2700"/>
              <a:buFont typeface="Lato"/>
              <a:buChar char="○"/>
            </a:pPr>
            <a:r>
              <a:rPr lang="en-US" sz="2700">
                <a:solidFill>
                  <a:srgbClr val="2D3B45"/>
                </a:solidFill>
                <a:highlight>
                  <a:srgbClr val="FFFFFF"/>
                </a:highlight>
                <a:latin typeface="Lato"/>
                <a:ea typeface="Lato"/>
                <a:cs typeface="Lato"/>
                <a:sym typeface="Lato"/>
              </a:rPr>
              <a:t>Products and services that are subject to network effects.</a:t>
            </a:r>
            <a:endParaRPr sz="2700">
              <a:solidFill>
                <a:srgbClr val="2D3B45"/>
              </a:solidFill>
              <a:highlight>
                <a:srgbClr val="FFFFFF"/>
              </a:highlight>
              <a:latin typeface="Lato"/>
              <a:ea typeface="Lato"/>
              <a:cs typeface="Lato"/>
              <a:sym typeface="Lato"/>
            </a:endParaRPr>
          </a:p>
          <a:p>
            <a:pPr indent="-457200" lvl="0" marL="457200" marR="0" rtl="0" algn="l">
              <a:lnSpc>
                <a:spcPct val="115000"/>
              </a:lnSpc>
              <a:spcBef>
                <a:spcPts val="0"/>
              </a:spcBef>
              <a:spcAft>
                <a:spcPts val="0"/>
              </a:spcAft>
              <a:buClr>
                <a:srgbClr val="2D3B45"/>
              </a:buClr>
              <a:buSzPts val="3600"/>
              <a:buFont typeface="Lato"/>
              <a:buChar char="●"/>
            </a:pPr>
            <a:r>
              <a:rPr lang="en-US" sz="3600">
                <a:solidFill>
                  <a:srgbClr val="2D3B45"/>
                </a:solidFill>
                <a:highlight>
                  <a:srgbClr val="FFFFFF"/>
                </a:highlight>
                <a:latin typeface="Lato"/>
                <a:ea typeface="Lato"/>
                <a:cs typeface="Lato"/>
                <a:sym typeface="Lato"/>
              </a:rPr>
              <a:t>Three primary sources of value for network effects.</a:t>
            </a:r>
            <a:endParaRPr sz="3600">
              <a:solidFill>
                <a:srgbClr val="2D3B45"/>
              </a:solidFill>
              <a:highlight>
                <a:srgbClr val="FFFFFF"/>
              </a:highlight>
              <a:latin typeface="Lato"/>
              <a:ea typeface="Lato"/>
              <a:cs typeface="Lato"/>
              <a:sym typeface="Lato"/>
            </a:endParaRPr>
          </a:p>
          <a:p>
            <a:pPr indent="-419100" lvl="0" marL="457200" rtl="0" algn="l">
              <a:lnSpc>
                <a:spcPct val="115000"/>
              </a:lnSpc>
              <a:spcBef>
                <a:spcPts val="0"/>
              </a:spcBef>
              <a:spcAft>
                <a:spcPts val="0"/>
              </a:spcAft>
              <a:buClr>
                <a:srgbClr val="2D3B45"/>
              </a:buClr>
              <a:buSzPts val="3000"/>
              <a:buFont typeface="Lato"/>
              <a:buChar char="●"/>
            </a:pPr>
            <a:r>
              <a:rPr lang="en-US" sz="3600">
                <a:solidFill>
                  <a:srgbClr val="2D3B45"/>
                </a:solidFill>
                <a:highlight>
                  <a:srgbClr val="FFFFFF"/>
                </a:highlight>
                <a:latin typeface="Lato"/>
                <a:ea typeface="Lato"/>
                <a:cs typeface="Lato"/>
                <a:sym typeface="Lato"/>
              </a:rPr>
              <a:t>One-sided VS. two-sided markets</a:t>
            </a:r>
            <a:endParaRPr sz="3000">
              <a:solidFill>
                <a:srgbClr val="2D3B45"/>
              </a:solidFill>
              <a:highlight>
                <a:srgbClr val="FFFFFF"/>
              </a:highlight>
              <a:latin typeface="Lato"/>
              <a:ea typeface="Lato"/>
              <a:cs typeface="Lato"/>
              <a:sym typeface="Lato"/>
            </a:endParaRPr>
          </a:p>
          <a:p>
            <a:pPr indent="-457200" lvl="0" marL="457200" rtl="0" algn="l">
              <a:lnSpc>
                <a:spcPct val="115000"/>
              </a:lnSpc>
              <a:spcBef>
                <a:spcPts val="0"/>
              </a:spcBef>
              <a:spcAft>
                <a:spcPts val="0"/>
              </a:spcAft>
              <a:buClr>
                <a:srgbClr val="2D3B45"/>
              </a:buClr>
              <a:buSzPts val="3600"/>
              <a:buFont typeface="Lato"/>
              <a:buChar char="●"/>
            </a:pPr>
            <a:r>
              <a:rPr lang="en-US" sz="3600">
                <a:solidFill>
                  <a:srgbClr val="2D3B45"/>
                </a:solidFill>
                <a:highlight>
                  <a:srgbClr val="FFFFFF"/>
                </a:highlight>
                <a:latin typeface="Lato"/>
                <a:ea typeface="Lato"/>
                <a:cs typeface="Lato"/>
                <a:sym typeface="Lato"/>
              </a:rPr>
              <a:t>Competition where network effects are present differ from competition in traditional markets. (most products aren’t subject to network effects)</a:t>
            </a:r>
            <a:endParaRPr sz="3600">
              <a:solidFill>
                <a:srgbClr val="2D3B45"/>
              </a:solidFill>
              <a:highlight>
                <a:srgbClr val="FFFFFF"/>
              </a:highlight>
              <a:latin typeface="Lato"/>
              <a:ea typeface="Lato"/>
              <a:cs typeface="Lato"/>
              <a:sym typeface="Lato"/>
            </a:endParaRPr>
          </a:p>
          <a:p>
            <a:pPr indent="-457200" lvl="0" marL="457200" rtl="0" algn="l">
              <a:lnSpc>
                <a:spcPct val="115000"/>
              </a:lnSpc>
              <a:spcBef>
                <a:spcPts val="0"/>
              </a:spcBef>
              <a:spcAft>
                <a:spcPts val="0"/>
              </a:spcAft>
              <a:buClr>
                <a:srgbClr val="2D3B45"/>
              </a:buClr>
              <a:buSzPts val="3600"/>
              <a:buFont typeface="Lato"/>
              <a:buChar char="●"/>
            </a:pPr>
            <a:r>
              <a:rPr lang="en-US" sz="3600">
                <a:solidFill>
                  <a:srgbClr val="2D3B45"/>
                </a:solidFill>
                <a:highlight>
                  <a:srgbClr val="FFFFFF"/>
                </a:highlight>
                <a:latin typeface="Lato"/>
                <a:ea typeface="Lato"/>
                <a:cs typeface="Lato"/>
                <a:sym typeface="Lato"/>
              </a:rPr>
              <a:t>Parasitic Nature of Dominant Firms </a:t>
            </a:r>
            <a:r>
              <a:rPr lang="en-US" sz="3600">
                <a:solidFill>
                  <a:srgbClr val="2D3B45"/>
                </a:solidFill>
                <a:highlight>
                  <a:schemeClr val="lt1"/>
                </a:highlight>
                <a:latin typeface="Lato"/>
                <a:ea typeface="Lato"/>
                <a:cs typeface="Lato"/>
                <a:sym typeface="Lato"/>
              </a:rPr>
              <a:t>(Potentially) </a:t>
            </a:r>
            <a:endParaRPr sz="3600">
              <a:solidFill>
                <a:srgbClr val="2D3B45"/>
              </a:solidFill>
              <a:highlight>
                <a:srgbClr val="FFFFFF"/>
              </a:highlight>
              <a:latin typeface="Lato"/>
              <a:ea typeface="Lato"/>
              <a:cs typeface="Lato"/>
              <a:sym typeface="Lato"/>
            </a:endParaRPr>
          </a:p>
          <a:p>
            <a:pPr indent="0" lvl="0" marL="0" marR="0" rtl="0" algn="l">
              <a:lnSpc>
                <a:spcPct val="140000"/>
              </a:lnSpc>
              <a:spcBef>
                <a:spcPts val="500"/>
              </a:spcBef>
              <a:spcAft>
                <a:spcPts val="0"/>
              </a:spcAft>
              <a:buNone/>
            </a:pPr>
            <a:r>
              <a:t/>
            </a:r>
            <a:endParaRPr sz="4000">
              <a:solidFill>
                <a:schemeClr val="dk2"/>
              </a:solidFill>
              <a:latin typeface="Archivo"/>
              <a:ea typeface="Archivo"/>
              <a:cs typeface="Archivo"/>
              <a:sym typeface="Archivo"/>
            </a:endParaRPr>
          </a:p>
        </p:txBody>
      </p:sp>
      <p:sp>
        <p:nvSpPr>
          <p:cNvPr id="390" name="Google Shape;390;p50" title="Green footer bar with page number"/>
          <p:cNvSpPr/>
          <p:nvPr/>
        </p:nvSpPr>
        <p:spPr>
          <a:xfrm>
            <a:off x="0" y="13175866"/>
            <a:ext cx="24384000" cy="54870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id="391" name="Google Shape;391;p50"/>
          <p:cNvSpPr txBox="1"/>
          <p:nvPr/>
        </p:nvSpPr>
        <p:spPr>
          <a:xfrm>
            <a:off x="23835359" y="13175866"/>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2000"/>
              <a:buFont typeface="Arial"/>
              <a:buNone/>
            </a:pPr>
            <a:fld id="{00000000-1234-1234-1234-123412341234}" type="slidenum">
              <a:rPr b="1" i="0" lang="en-US" sz="2000" u="none" cap="none" strike="noStrike">
                <a:solidFill>
                  <a:schemeClr val="accent1"/>
                </a:solidFill>
                <a:latin typeface="Arial"/>
                <a:ea typeface="Arial"/>
                <a:cs typeface="Arial"/>
                <a:sym typeface="Arial"/>
              </a:rPr>
              <a:t>‹#›</a:t>
            </a:fld>
            <a:endParaRPr b="1" i="0" sz="2000" u="none" cap="none" strike="noStrike">
              <a:solidFill>
                <a:schemeClr val="accent1"/>
              </a:solidFill>
              <a:latin typeface="Arial"/>
              <a:ea typeface="Arial"/>
              <a:cs typeface="Arial"/>
              <a:sym typeface="Arial"/>
            </a:endParaRPr>
          </a:p>
        </p:txBody>
      </p:sp>
      <p:pic>
        <p:nvPicPr>
          <p:cNvPr id="392" name="Google Shape;392;p50"/>
          <p:cNvPicPr preferRelativeResize="0"/>
          <p:nvPr/>
        </p:nvPicPr>
        <p:blipFill>
          <a:blip r:embed="rId4">
            <a:alphaModFix/>
          </a:blip>
          <a:stretch>
            <a:fillRect/>
          </a:stretch>
        </p:blipFill>
        <p:spPr>
          <a:xfrm>
            <a:off x="13727300" y="4255488"/>
            <a:ext cx="8990950" cy="64891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pic>
        <p:nvPicPr>
          <p:cNvPr id="397" name="Google Shape;397;p51"/>
          <p:cNvPicPr preferRelativeResize="0"/>
          <p:nvPr/>
        </p:nvPicPr>
        <p:blipFill rotWithShape="1">
          <a:blip r:embed="rId3">
            <a:alphaModFix/>
          </a:blip>
          <a:srcRect b="0" l="0" r="0" t="0"/>
          <a:stretch/>
        </p:blipFill>
        <p:spPr>
          <a:xfrm>
            <a:off x="0" y="57150"/>
            <a:ext cx="24384000" cy="136017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pic>
        <p:nvPicPr>
          <p:cNvPr id="402" name="Google Shape;402;p52"/>
          <p:cNvPicPr preferRelativeResize="0"/>
          <p:nvPr/>
        </p:nvPicPr>
        <p:blipFill rotWithShape="1">
          <a:blip r:embed="rId3">
            <a:alphaModFix/>
          </a:blip>
          <a:srcRect b="2162" l="0" r="0" t="0"/>
          <a:stretch/>
        </p:blipFill>
        <p:spPr>
          <a:xfrm>
            <a:off x="0" y="57150"/>
            <a:ext cx="24384000" cy="1330743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6" name="Shape 406"/>
        <p:cNvGrpSpPr/>
        <p:nvPr/>
      </p:nvGrpSpPr>
      <p:grpSpPr>
        <a:xfrm>
          <a:off x="0" y="0"/>
          <a:ext cx="0" cy="0"/>
          <a:chOff x="0" y="0"/>
          <a:chExt cx="0" cy="0"/>
        </a:xfrm>
      </p:grpSpPr>
      <p:pic>
        <p:nvPicPr>
          <p:cNvPr id="407" name="Google Shape;407;p53"/>
          <p:cNvPicPr preferRelativeResize="0"/>
          <p:nvPr/>
        </p:nvPicPr>
        <p:blipFill rotWithShape="1">
          <a:blip r:embed="rId4">
            <a:alphaModFix/>
          </a:blip>
          <a:srcRect b="3241" l="0" r="0" t="0"/>
          <a:stretch/>
        </p:blipFill>
        <p:spPr>
          <a:xfrm>
            <a:off x="0" y="-88300"/>
            <a:ext cx="24384000" cy="13161001"/>
          </a:xfrm>
          <a:prstGeom prst="rect">
            <a:avLst/>
          </a:prstGeom>
          <a:noFill/>
          <a:ln>
            <a:noFill/>
          </a:ln>
        </p:spPr>
      </p:pic>
      <p:pic>
        <p:nvPicPr>
          <p:cNvPr id="408" name="Google Shape;408;p53" title="white cover.png"/>
          <p:cNvPicPr preferRelativeResize="0"/>
          <p:nvPr/>
        </p:nvPicPr>
        <p:blipFill>
          <a:blip r:embed="rId3">
            <a:alphaModFix/>
          </a:blip>
          <a:stretch>
            <a:fillRect/>
          </a:stretch>
        </p:blipFill>
        <p:spPr>
          <a:xfrm>
            <a:off x="2186078" y="5882630"/>
            <a:ext cx="4881225" cy="898650"/>
          </a:xfrm>
          <a:prstGeom prst="rect">
            <a:avLst/>
          </a:prstGeom>
          <a:noFill/>
          <a:ln>
            <a:noFill/>
          </a:ln>
        </p:spPr>
      </p:pic>
      <p:pic>
        <p:nvPicPr>
          <p:cNvPr id="409" name="Google Shape;409;p53" title="white cover.png"/>
          <p:cNvPicPr preferRelativeResize="0"/>
          <p:nvPr/>
        </p:nvPicPr>
        <p:blipFill>
          <a:blip r:embed="rId3">
            <a:alphaModFix/>
          </a:blip>
          <a:stretch>
            <a:fillRect/>
          </a:stretch>
        </p:blipFill>
        <p:spPr>
          <a:xfrm>
            <a:off x="17578275" y="7494701"/>
            <a:ext cx="5189525" cy="14728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pic>
        <p:nvPicPr>
          <p:cNvPr id="414" name="Google Shape;414;p54"/>
          <p:cNvPicPr preferRelativeResize="0"/>
          <p:nvPr/>
        </p:nvPicPr>
        <p:blipFill rotWithShape="1">
          <a:blip r:embed="rId3">
            <a:alphaModFix/>
          </a:blip>
          <a:srcRect b="2620" l="0" r="0" t="0"/>
          <a:stretch/>
        </p:blipFill>
        <p:spPr>
          <a:xfrm>
            <a:off x="0" y="57150"/>
            <a:ext cx="24384000" cy="1324514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pic>
        <p:nvPicPr>
          <p:cNvPr id="419" name="Google Shape;419;p55"/>
          <p:cNvPicPr preferRelativeResize="0"/>
          <p:nvPr/>
        </p:nvPicPr>
        <p:blipFill rotWithShape="1">
          <a:blip r:embed="rId3">
            <a:alphaModFix/>
          </a:blip>
          <a:srcRect b="2620" l="0" r="0" t="0"/>
          <a:stretch/>
        </p:blipFill>
        <p:spPr>
          <a:xfrm>
            <a:off x="0" y="57150"/>
            <a:ext cx="24384000" cy="1324514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pic>
        <p:nvPicPr>
          <p:cNvPr id="424" name="Google Shape;424;p56"/>
          <p:cNvPicPr preferRelativeResize="0"/>
          <p:nvPr/>
        </p:nvPicPr>
        <p:blipFill rotWithShape="1">
          <a:blip r:embed="rId3">
            <a:alphaModFix/>
          </a:blip>
          <a:srcRect b="2620" l="0" r="0" t="0"/>
          <a:stretch/>
        </p:blipFill>
        <p:spPr>
          <a:xfrm>
            <a:off x="0" y="57150"/>
            <a:ext cx="24384000" cy="1324514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pic>
        <p:nvPicPr>
          <p:cNvPr id="429" name="Google Shape;429;p57"/>
          <p:cNvPicPr preferRelativeResize="0"/>
          <p:nvPr/>
        </p:nvPicPr>
        <p:blipFill rotWithShape="1">
          <a:blip r:embed="rId3">
            <a:alphaModFix/>
          </a:blip>
          <a:srcRect b="2620" l="0" r="0" t="0"/>
          <a:stretch/>
        </p:blipFill>
        <p:spPr>
          <a:xfrm>
            <a:off x="0" y="57150"/>
            <a:ext cx="24384000" cy="1324514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pic>
        <p:nvPicPr>
          <p:cNvPr id="434" name="Google Shape;434;p58"/>
          <p:cNvPicPr preferRelativeResize="0"/>
          <p:nvPr/>
        </p:nvPicPr>
        <p:blipFill rotWithShape="1">
          <a:blip r:embed="rId3">
            <a:alphaModFix/>
          </a:blip>
          <a:srcRect b="2790" l="0" r="0" t="0"/>
          <a:stretch/>
        </p:blipFill>
        <p:spPr>
          <a:xfrm>
            <a:off x="0" y="57150"/>
            <a:ext cx="24384000" cy="132226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pic>
        <p:nvPicPr>
          <p:cNvPr id="439" name="Google Shape;439;p59"/>
          <p:cNvPicPr preferRelativeResize="0"/>
          <p:nvPr/>
        </p:nvPicPr>
        <p:blipFill rotWithShape="1">
          <a:blip r:embed="rId3">
            <a:alphaModFix/>
          </a:blip>
          <a:srcRect b="2790" l="0" r="0" t="0"/>
          <a:stretch/>
        </p:blipFill>
        <p:spPr>
          <a:xfrm>
            <a:off x="0" y="57150"/>
            <a:ext cx="24384000" cy="132226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pic>
        <p:nvPicPr>
          <p:cNvPr id="444" name="Google Shape;444;p60"/>
          <p:cNvPicPr preferRelativeResize="0"/>
          <p:nvPr/>
        </p:nvPicPr>
        <p:blipFill rotWithShape="1">
          <a:blip r:embed="rId3">
            <a:alphaModFix/>
          </a:blip>
          <a:srcRect b="2950" l="0" r="0" t="0"/>
          <a:stretch/>
        </p:blipFill>
        <p:spPr>
          <a:xfrm>
            <a:off x="0" y="57150"/>
            <a:ext cx="24384000" cy="132001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pic>
        <p:nvPicPr>
          <p:cNvPr id="449" name="Google Shape;449;p61"/>
          <p:cNvPicPr preferRelativeResize="0"/>
          <p:nvPr/>
        </p:nvPicPr>
        <p:blipFill rotWithShape="1">
          <a:blip r:embed="rId3">
            <a:alphaModFix/>
          </a:blip>
          <a:srcRect b="2620" l="0" r="0" t="0"/>
          <a:stretch/>
        </p:blipFill>
        <p:spPr>
          <a:xfrm>
            <a:off x="0" y="57150"/>
            <a:ext cx="24384000" cy="1324514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pic>
        <p:nvPicPr>
          <p:cNvPr id="454" name="Google Shape;454;p62"/>
          <p:cNvPicPr preferRelativeResize="0"/>
          <p:nvPr/>
        </p:nvPicPr>
        <p:blipFill rotWithShape="1">
          <a:blip r:embed="rId3">
            <a:alphaModFix/>
          </a:blip>
          <a:srcRect b="2950" l="0" r="0" t="0"/>
          <a:stretch/>
        </p:blipFill>
        <p:spPr>
          <a:xfrm>
            <a:off x="0" y="57150"/>
            <a:ext cx="24384000" cy="132001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pic>
        <p:nvPicPr>
          <p:cNvPr id="459" name="Google Shape;459;p63"/>
          <p:cNvPicPr preferRelativeResize="0"/>
          <p:nvPr/>
        </p:nvPicPr>
        <p:blipFill rotWithShape="1">
          <a:blip r:embed="rId3">
            <a:alphaModFix/>
          </a:blip>
          <a:srcRect b="2620" l="0" r="0" t="0"/>
          <a:stretch/>
        </p:blipFill>
        <p:spPr>
          <a:xfrm>
            <a:off x="0" y="57150"/>
            <a:ext cx="24384000" cy="1324514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3" name="Shape 463"/>
        <p:cNvGrpSpPr/>
        <p:nvPr/>
      </p:nvGrpSpPr>
      <p:grpSpPr>
        <a:xfrm>
          <a:off x="0" y="0"/>
          <a:ext cx="0" cy="0"/>
          <a:chOff x="0" y="0"/>
          <a:chExt cx="0" cy="0"/>
        </a:xfrm>
      </p:grpSpPr>
      <p:sp>
        <p:nvSpPr>
          <p:cNvPr id="464" name="Google Shape;464;p64"/>
          <p:cNvSpPr txBox="1"/>
          <p:nvPr/>
        </p:nvSpPr>
        <p:spPr>
          <a:xfrm>
            <a:off x="0" y="5126125"/>
            <a:ext cx="24384000" cy="2203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accent1"/>
              </a:buClr>
              <a:buSzPts val="14400"/>
              <a:buFont typeface="Arial"/>
              <a:buNone/>
            </a:pPr>
            <a:r>
              <a:rPr lang="en-US" sz="14400">
                <a:solidFill>
                  <a:schemeClr val="accent1"/>
                </a:solidFill>
                <a:latin typeface="Archivo Narrow"/>
                <a:ea typeface="Archivo Narrow"/>
                <a:cs typeface="Archivo Narrow"/>
                <a:sym typeface="Archivo Narrow"/>
              </a:rPr>
              <a:t>Network Effects and Competition</a:t>
            </a:r>
            <a:endParaRPr>
              <a:latin typeface="Archivo Narrow"/>
              <a:ea typeface="Archivo Narrow"/>
              <a:cs typeface="Archivo Narrow"/>
              <a:sym typeface="Archivo Narrow"/>
            </a:endParaRPr>
          </a:p>
        </p:txBody>
      </p:sp>
      <p:sp>
        <p:nvSpPr>
          <p:cNvPr id="465" name="Google Shape;465;p64"/>
          <p:cNvSpPr txBox="1"/>
          <p:nvPr/>
        </p:nvSpPr>
        <p:spPr>
          <a:xfrm>
            <a:off x="5776075" y="7329275"/>
            <a:ext cx="13004700" cy="677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accent4"/>
              </a:buClr>
              <a:buSzPts val="2200"/>
              <a:buFont typeface="Arial"/>
              <a:buNone/>
            </a:pPr>
            <a:r>
              <a:rPr b="1" lang="en-US" sz="3300">
                <a:solidFill>
                  <a:schemeClr val="accent4"/>
                </a:solidFill>
                <a:latin typeface="Archivo"/>
                <a:ea typeface="Archivo"/>
                <a:cs typeface="Archivo"/>
                <a:sym typeface="Archivo"/>
              </a:rPr>
              <a:t>Fundamental Differences with Conventional, Non-Network Industries</a:t>
            </a:r>
            <a:endParaRPr sz="2500">
              <a:latin typeface="Archivo"/>
              <a:ea typeface="Archivo"/>
              <a:cs typeface="Archivo"/>
              <a:sym typeface="Archiv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alpha val="0"/>
          </a:schemeClr>
        </a:solidFill>
      </p:bgPr>
    </p:bg>
    <p:spTree>
      <p:nvGrpSpPr>
        <p:cNvPr id="469" name="Shape 469"/>
        <p:cNvGrpSpPr/>
        <p:nvPr/>
      </p:nvGrpSpPr>
      <p:grpSpPr>
        <a:xfrm>
          <a:off x="0" y="0"/>
          <a:ext cx="0" cy="0"/>
          <a:chOff x="0" y="0"/>
          <a:chExt cx="0" cy="0"/>
        </a:xfrm>
      </p:grpSpPr>
      <p:pic>
        <p:nvPicPr>
          <p:cNvPr id="470" name="Google Shape;470;p65"/>
          <p:cNvPicPr preferRelativeResize="0"/>
          <p:nvPr/>
        </p:nvPicPr>
        <p:blipFill rotWithShape="1">
          <a:blip r:embed="rId3">
            <a:alphaModFix/>
          </a:blip>
          <a:srcRect b="1579" l="0" r="0" t="1569"/>
          <a:stretch/>
        </p:blipFill>
        <p:spPr>
          <a:xfrm>
            <a:off x="342431" y="499915"/>
            <a:ext cx="547744" cy="541653"/>
          </a:xfrm>
          <a:prstGeom prst="rect">
            <a:avLst/>
          </a:prstGeom>
          <a:noFill/>
          <a:ln>
            <a:noFill/>
          </a:ln>
        </p:spPr>
      </p:pic>
      <p:sp>
        <p:nvSpPr>
          <p:cNvPr id="471" name="Google Shape;471;p65"/>
          <p:cNvSpPr txBox="1"/>
          <p:nvPr/>
        </p:nvSpPr>
        <p:spPr>
          <a:xfrm>
            <a:off x="1224212" y="549243"/>
            <a:ext cx="8083500" cy="40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2600"/>
              <a:buFont typeface="Arial"/>
              <a:buNone/>
            </a:pPr>
            <a:r>
              <a:rPr b="1" lang="en-US" sz="2600">
                <a:solidFill>
                  <a:schemeClr val="dk2"/>
                </a:solidFill>
                <a:latin typeface="Archivo"/>
                <a:ea typeface="Archivo"/>
                <a:cs typeface="Archivo"/>
                <a:sym typeface="Archivo"/>
              </a:rPr>
              <a:t>BA 336: Essentials of Information Systems</a:t>
            </a:r>
            <a:endParaRPr b="1" i="0" sz="2600" u="none" cap="none" strike="noStrike">
              <a:solidFill>
                <a:schemeClr val="dk2"/>
              </a:solidFill>
              <a:latin typeface="Archivo"/>
              <a:ea typeface="Archivo"/>
              <a:cs typeface="Archivo"/>
              <a:sym typeface="Archivo"/>
            </a:endParaRPr>
          </a:p>
        </p:txBody>
      </p:sp>
      <p:sp>
        <p:nvSpPr>
          <p:cNvPr id="472" name="Google Shape;472;p65"/>
          <p:cNvSpPr txBox="1"/>
          <p:nvPr/>
        </p:nvSpPr>
        <p:spPr>
          <a:xfrm>
            <a:off x="12107600" y="1323750"/>
            <a:ext cx="11453400" cy="15234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chemeClr val="accent1"/>
              </a:buClr>
              <a:buSzPts val="10000"/>
              <a:buFont typeface="Arial"/>
              <a:buNone/>
            </a:pPr>
            <a:r>
              <a:rPr b="1" i="1" lang="en-US" sz="9000">
                <a:solidFill>
                  <a:schemeClr val="accent1"/>
                </a:solidFill>
                <a:latin typeface="Archivo Narrow"/>
                <a:ea typeface="Archivo Narrow"/>
                <a:cs typeface="Archivo Narrow"/>
                <a:sym typeface="Archivo Narrow"/>
              </a:rPr>
              <a:t>Defining Network Effects (Metcalf’s Law)</a:t>
            </a:r>
            <a:endParaRPr sz="9000">
              <a:latin typeface="Archivo Narrow"/>
              <a:ea typeface="Archivo Narrow"/>
              <a:cs typeface="Archivo Narrow"/>
              <a:sym typeface="Archivo Narrow"/>
            </a:endParaRPr>
          </a:p>
        </p:txBody>
      </p:sp>
      <p:sp>
        <p:nvSpPr>
          <p:cNvPr id="473" name="Google Shape;473;p65"/>
          <p:cNvSpPr txBox="1"/>
          <p:nvPr/>
        </p:nvSpPr>
        <p:spPr>
          <a:xfrm>
            <a:off x="1217693" y="4823925"/>
            <a:ext cx="18968400" cy="8463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accent1"/>
              </a:buClr>
              <a:buSzPts val="4000"/>
              <a:buFont typeface="Ultra"/>
              <a:buNone/>
            </a:pPr>
            <a:r>
              <a:t/>
            </a:r>
            <a:endParaRPr b="1" sz="4200">
              <a:latin typeface="Archivo Narrow"/>
              <a:ea typeface="Archivo Narrow"/>
              <a:cs typeface="Archivo Narrow"/>
              <a:sym typeface="Archivo Narrow"/>
            </a:endParaRPr>
          </a:p>
        </p:txBody>
      </p:sp>
      <p:sp>
        <p:nvSpPr>
          <p:cNvPr id="474" name="Google Shape;474;p65"/>
          <p:cNvSpPr txBox="1"/>
          <p:nvPr/>
        </p:nvSpPr>
        <p:spPr>
          <a:xfrm>
            <a:off x="12589500" y="4122000"/>
            <a:ext cx="9868500" cy="8148300"/>
          </a:xfrm>
          <a:prstGeom prst="rect">
            <a:avLst/>
          </a:prstGeom>
          <a:noFill/>
          <a:ln>
            <a:noFill/>
          </a:ln>
        </p:spPr>
        <p:txBody>
          <a:bodyPr anchorCtr="0" anchor="t" bIns="0" lIns="0" spcFirstLastPara="1" rIns="0" wrap="square" tIns="0">
            <a:noAutofit/>
          </a:bodyPr>
          <a:lstStyle/>
          <a:p>
            <a:pPr indent="-482600" lvl="0" marL="457200" marR="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Bob Metcalf (ethernet) publishes V = U</a:t>
            </a:r>
            <a:r>
              <a:rPr baseline="30000" lang="en-US" sz="4000">
                <a:solidFill>
                  <a:schemeClr val="dk2"/>
                </a:solidFill>
                <a:latin typeface="Archivo"/>
                <a:ea typeface="Archivo"/>
                <a:cs typeface="Archivo"/>
                <a:sym typeface="Archivo"/>
              </a:rPr>
              <a:t>2</a:t>
            </a:r>
            <a:endParaRPr baseline="30000" sz="4000">
              <a:solidFill>
                <a:schemeClr val="dk2"/>
              </a:solidFill>
              <a:latin typeface="Archivo"/>
              <a:ea typeface="Archivo"/>
              <a:cs typeface="Archivo"/>
              <a:sym typeface="Archivo"/>
            </a:endParaRPr>
          </a:p>
          <a:p>
            <a:pPr indent="-482600" lvl="0" marL="457200" marR="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Occurs when a product or service </a:t>
            </a:r>
            <a:r>
              <a:rPr lang="en-US" sz="4000">
                <a:solidFill>
                  <a:schemeClr val="dk2"/>
                </a:solidFill>
                <a:latin typeface="Archivo"/>
                <a:ea typeface="Archivo"/>
                <a:cs typeface="Archivo"/>
                <a:sym typeface="Archivo"/>
              </a:rPr>
              <a:t>becomes</a:t>
            </a:r>
            <a:r>
              <a:rPr lang="en-US" sz="4000">
                <a:solidFill>
                  <a:schemeClr val="dk2"/>
                </a:solidFill>
                <a:latin typeface="Archivo"/>
                <a:ea typeface="Archivo"/>
                <a:cs typeface="Archivo"/>
                <a:sym typeface="Archivo"/>
              </a:rPr>
              <a:t> more valuable as more people use it, a.k.a, </a:t>
            </a:r>
            <a:r>
              <a:rPr b="1" lang="en-US" sz="4000">
                <a:solidFill>
                  <a:schemeClr val="dk2"/>
                </a:solidFill>
                <a:latin typeface="Archivo"/>
                <a:ea typeface="Archivo"/>
                <a:cs typeface="Archivo"/>
                <a:sym typeface="Archivo"/>
              </a:rPr>
              <a:t>Rocket Fuel </a:t>
            </a:r>
            <a:endParaRPr b="1" sz="4000">
              <a:solidFill>
                <a:schemeClr val="dk2"/>
              </a:solidFill>
              <a:latin typeface="Archivo"/>
              <a:ea typeface="Archivo"/>
              <a:cs typeface="Archivo"/>
              <a:sym typeface="Archivo"/>
            </a:endParaRPr>
          </a:p>
          <a:p>
            <a:pPr indent="-482600" lvl="1" marL="914400" marR="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Venmo, Uber</a:t>
            </a:r>
            <a:endParaRPr sz="4000">
              <a:solidFill>
                <a:schemeClr val="dk2"/>
              </a:solidFill>
              <a:latin typeface="Archivo"/>
              <a:ea typeface="Archivo"/>
              <a:cs typeface="Archivo"/>
              <a:sym typeface="Archivo"/>
            </a:endParaRPr>
          </a:p>
          <a:p>
            <a:pPr indent="-482600" lvl="1" marL="914400" marR="0" rtl="0" algn="l">
              <a:lnSpc>
                <a:spcPct val="140000"/>
              </a:lnSpc>
              <a:spcBef>
                <a:spcPts val="0"/>
              </a:spcBef>
              <a:spcAft>
                <a:spcPts val="0"/>
              </a:spcAft>
              <a:buClr>
                <a:schemeClr val="dk2"/>
              </a:buClr>
              <a:buSzPts val="4000"/>
              <a:buFont typeface="Archivo"/>
              <a:buChar char="○"/>
            </a:pPr>
            <a:r>
              <a:rPr i="1" lang="en-US" sz="4000">
                <a:solidFill>
                  <a:schemeClr val="dk2"/>
                </a:solidFill>
                <a:latin typeface="Archivo"/>
                <a:ea typeface="Archivo"/>
                <a:cs typeface="Archivo"/>
                <a:sym typeface="Archivo"/>
              </a:rPr>
              <a:t>Instagram</a:t>
            </a:r>
            <a:r>
              <a:rPr lang="en-US" sz="4000">
                <a:solidFill>
                  <a:schemeClr val="dk2"/>
                </a:solidFill>
                <a:latin typeface="Archivo"/>
                <a:ea typeface="Archivo"/>
                <a:cs typeface="Archivo"/>
                <a:sym typeface="Archivo"/>
              </a:rPr>
              <a:t>, </a:t>
            </a:r>
            <a:r>
              <a:rPr i="1" lang="en-US" sz="4000">
                <a:solidFill>
                  <a:schemeClr val="dk2"/>
                </a:solidFill>
                <a:latin typeface="Archivo"/>
                <a:ea typeface="Archivo"/>
                <a:cs typeface="Archivo"/>
                <a:sym typeface="Archivo"/>
              </a:rPr>
              <a:t>Amazon</a:t>
            </a:r>
            <a:r>
              <a:rPr lang="en-US" sz="4000">
                <a:solidFill>
                  <a:schemeClr val="dk2"/>
                </a:solidFill>
                <a:latin typeface="Archivo"/>
                <a:ea typeface="Archivo"/>
                <a:cs typeface="Archivo"/>
                <a:sym typeface="Archivo"/>
              </a:rPr>
              <a:t>, </a:t>
            </a:r>
            <a:r>
              <a:rPr i="1" lang="en-US" sz="4000">
                <a:solidFill>
                  <a:schemeClr val="dk2"/>
                </a:solidFill>
                <a:latin typeface="Archivo"/>
                <a:ea typeface="Archivo"/>
                <a:cs typeface="Archivo"/>
                <a:sym typeface="Archivo"/>
              </a:rPr>
              <a:t>Google</a:t>
            </a:r>
            <a:r>
              <a:rPr lang="en-US" sz="4000">
                <a:solidFill>
                  <a:schemeClr val="dk2"/>
                </a:solidFill>
                <a:latin typeface="Archivo"/>
                <a:ea typeface="Archivo"/>
                <a:cs typeface="Archivo"/>
                <a:sym typeface="Archivo"/>
              </a:rPr>
              <a:t>, </a:t>
            </a:r>
            <a:r>
              <a:rPr i="1" lang="en-US" sz="4000">
                <a:solidFill>
                  <a:schemeClr val="dk2"/>
                </a:solidFill>
                <a:latin typeface="Archivo"/>
                <a:ea typeface="Archivo"/>
                <a:cs typeface="Archivo"/>
                <a:sym typeface="Archivo"/>
              </a:rPr>
              <a:t>eBay</a:t>
            </a:r>
            <a:r>
              <a:rPr lang="en-US" sz="4000">
                <a:solidFill>
                  <a:schemeClr val="dk2"/>
                </a:solidFill>
                <a:latin typeface="Archivo"/>
                <a:ea typeface="Archivo"/>
                <a:cs typeface="Archivo"/>
                <a:sym typeface="Archivo"/>
              </a:rPr>
              <a:t>, Youtube, Zoom, </a:t>
            </a:r>
            <a:r>
              <a:rPr i="1" lang="en-US" sz="4000">
                <a:solidFill>
                  <a:schemeClr val="dk2"/>
                </a:solidFill>
                <a:latin typeface="Archivo"/>
                <a:ea typeface="Archivo"/>
                <a:cs typeface="Archivo"/>
                <a:sym typeface="Archivo"/>
              </a:rPr>
              <a:t>AppStore</a:t>
            </a:r>
            <a:endParaRPr i="1" sz="4000">
              <a:solidFill>
                <a:schemeClr val="dk2"/>
              </a:solidFill>
              <a:latin typeface="Archivo"/>
              <a:ea typeface="Archivo"/>
              <a:cs typeface="Archivo"/>
              <a:sym typeface="Archivo"/>
            </a:endParaRPr>
          </a:p>
          <a:p>
            <a:pPr indent="0" lvl="0" marL="0" marR="0" rtl="0" algn="l">
              <a:lnSpc>
                <a:spcPct val="140000"/>
              </a:lnSpc>
              <a:spcBef>
                <a:spcPts val="0"/>
              </a:spcBef>
              <a:spcAft>
                <a:spcPts val="0"/>
              </a:spcAft>
              <a:buNone/>
            </a:pPr>
            <a:r>
              <a:t/>
            </a:r>
            <a:endParaRPr sz="4000">
              <a:solidFill>
                <a:schemeClr val="dk2"/>
              </a:solidFill>
              <a:latin typeface="Archivo"/>
              <a:ea typeface="Archivo"/>
              <a:cs typeface="Archivo"/>
              <a:sym typeface="Archivo"/>
            </a:endParaRPr>
          </a:p>
        </p:txBody>
      </p:sp>
      <p:sp>
        <p:nvSpPr>
          <p:cNvPr id="475" name="Google Shape;475;p65" title="Green footer bar with page number"/>
          <p:cNvSpPr/>
          <p:nvPr/>
        </p:nvSpPr>
        <p:spPr>
          <a:xfrm>
            <a:off x="0" y="13175866"/>
            <a:ext cx="24384000" cy="54870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id="476" name="Google Shape;476;p65"/>
          <p:cNvSpPr txBox="1"/>
          <p:nvPr/>
        </p:nvSpPr>
        <p:spPr>
          <a:xfrm>
            <a:off x="23835359" y="13175866"/>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2000"/>
              <a:buFont typeface="Arial"/>
              <a:buNone/>
            </a:pPr>
            <a:fld id="{00000000-1234-1234-1234-123412341234}" type="slidenum">
              <a:rPr b="1" i="0" lang="en-US" sz="2000" u="none" cap="none" strike="noStrike">
                <a:solidFill>
                  <a:schemeClr val="accent1"/>
                </a:solidFill>
                <a:latin typeface="Arial"/>
                <a:ea typeface="Arial"/>
                <a:cs typeface="Arial"/>
                <a:sym typeface="Arial"/>
              </a:rPr>
              <a:t>‹#›</a:t>
            </a:fld>
            <a:endParaRPr b="1" i="0" sz="2000" u="none" cap="none" strike="noStrike">
              <a:solidFill>
                <a:schemeClr val="accent1"/>
              </a:solidFill>
              <a:latin typeface="Arial"/>
              <a:ea typeface="Arial"/>
              <a:cs typeface="Arial"/>
              <a:sym typeface="Arial"/>
            </a:endParaRPr>
          </a:p>
        </p:txBody>
      </p:sp>
      <p:pic>
        <p:nvPicPr>
          <p:cNvPr id="477" name="Google Shape;477;p65"/>
          <p:cNvPicPr preferRelativeResize="0"/>
          <p:nvPr/>
        </p:nvPicPr>
        <p:blipFill>
          <a:blip r:embed="rId4">
            <a:alphaModFix/>
          </a:blip>
          <a:stretch>
            <a:fillRect/>
          </a:stretch>
        </p:blipFill>
        <p:spPr>
          <a:xfrm>
            <a:off x="1201100" y="3504375"/>
            <a:ext cx="9548950" cy="87659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alpha val="0"/>
          </a:schemeClr>
        </a:solidFill>
      </p:bgPr>
    </p:bg>
    <p:spTree>
      <p:nvGrpSpPr>
        <p:cNvPr id="481" name="Shape 481"/>
        <p:cNvGrpSpPr/>
        <p:nvPr/>
      </p:nvGrpSpPr>
      <p:grpSpPr>
        <a:xfrm>
          <a:off x="0" y="0"/>
          <a:ext cx="0" cy="0"/>
          <a:chOff x="0" y="0"/>
          <a:chExt cx="0" cy="0"/>
        </a:xfrm>
      </p:grpSpPr>
      <p:pic>
        <p:nvPicPr>
          <p:cNvPr id="482" name="Google Shape;482;p66"/>
          <p:cNvPicPr preferRelativeResize="0"/>
          <p:nvPr/>
        </p:nvPicPr>
        <p:blipFill rotWithShape="1">
          <a:blip r:embed="rId3">
            <a:alphaModFix/>
          </a:blip>
          <a:srcRect b="1579" l="0" r="0" t="1569"/>
          <a:stretch/>
        </p:blipFill>
        <p:spPr>
          <a:xfrm>
            <a:off x="342431" y="499915"/>
            <a:ext cx="547744" cy="541653"/>
          </a:xfrm>
          <a:prstGeom prst="rect">
            <a:avLst/>
          </a:prstGeom>
          <a:noFill/>
          <a:ln>
            <a:noFill/>
          </a:ln>
        </p:spPr>
      </p:pic>
      <p:sp>
        <p:nvSpPr>
          <p:cNvPr id="483" name="Google Shape;483;p66"/>
          <p:cNvSpPr txBox="1"/>
          <p:nvPr/>
        </p:nvSpPr>
        <p:spPr>
          <a:xfrm>
            <a:off x="1224212" y="549243"/>
            <a:ext cx="8083500" cy="40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2600"/>
              <a:buFont typeface="Arial"/>
              <a:buNone/>
            </a:pPr>
            <a:r>
              <a:rPr b="1" lang="en-US" sz="2600">
                <a:solidFill>
                  <a:schemeClr val="dk2"/>
                </a:solidFill>
                <a:latin typeface="Archivo"/>
                <a:ea typeface="Archivo"/>
                <a:cs typeface="Archivo"/>
                <a:sym typeface="Archivo"/>
              </a:rPr>
              <a:t>BA 336: Essentials of Information Systems</a:t>
            </a:r>
            <a:endParaRPr b="1" i="0" sz="2600" u="none" cap="none" strike="noStrike">
              <a:solidFill>
                <a:schemeClr val="dk2"/>
              </a:solidFill>
              <a:latin typeface="Archivo"/>
              <a:ea typeface="Archivo"/>
              <a:cs typeface="Archivo"/>
              <a:sym typeface="Archivo"/>
            </a:endParaRPr>
          </a:p>
        </p:txBody>
      </p:sp>
      <p:sp>
        <p:nvSpPr>
          <p:cNvPr id="484" name="Google Shape;484;p66"/>
          <p:cNvSpPr txBox="1"/>
          <p:nvPr/>
        </p:nvSpPr>
        <p:spPr>
          <a:xfrm>
            <a:off x="11985175" y="971250"/>
            <a:ext cx="11234100" cy="24096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chemeClr val="accent1"/>
              </a:buClr>
              <a:buSzPts val="10000"/>
              <a:buFont typeface="Arial"/>
              <a:buNone/>
            </a:pPr>
            <a:r>
              <a:rPr b="1" i="1" lang="en-US" sz="9000">
                <a:solidFill>
                  <a:schemeClr val="accent1"/>
                </a:solidFill>
                <a:latin typeface="Archivo Narrow"/>
                <a:ea typeface="Archivo Narrow"/>
                <a:cs typeface="Archivo Narrow"/>
                <a:sym typeface="Archivo Narrow"/>
              </a:rPr>
              <a:t>Sources of VALUE from Network Effects</a:t>
            </a:r>
            <a:endParaRPr sz="9000">
              <a:latin typeface="Archivo Narrow"/>
              <a:ea typeface="Archivo Narrow"/>
              <a:cs typeface="Archivo Narrow"/>
              <a:sym typeface="Archivo Narrow"/>
            </a:endParaRPr>
          </a:p>
        </p:txBody>
      </p:sp>
      <p:sp>
        <p:nvSpPr>
          <p:cNvPr id="485" name="Google Shape;485;p66"/>
          <p:cNvSpPr txBox="1"/>
          <p:nvPr/>
        </p:nvSpPr>
        <p:spPr>
          <a:xfrm>
            <a:off x="1217693" y="4823925"/>
            <a:ext cx="18968400" cy="8463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accent1"/>
              </a:buClr>
              <a:buSzPts val="4000"/>
              <a:buFont typeface="Ultra"/>
              <a:buNone/>
            </a:pPr>
            <a:r>
              <a:t/>
            </a:r>
            <a:endParaRPr b="1" sz="4200">
              <a:latin typeface="Archivo Narrow"/>
              <a:ea typeface="Archivo Narrow"/>
              <a:cs typeface="Archivo Narrow"/>
              <a:sym typeface="Archivo Narrow"/>
            </a:endParaRPr>
          </a:p>
        </p:txBody>
      </p:sp>
      <p:sp>
        <p:nvSpPr>
          <p:cNvPr id="486" name="Google Shape;486;p66"/>
          <p:cNvSpPr txBox="1"/>
          <p:nvPr/>
        </p:nvSpPr>
        <p:spPr>
          <a:xfrm>
            <a:off x="11266725" y="3550300"/>
            <a:ext cx="12359700" cy="8148300"/>
          </a:xfrm>
          <a:prstGeom prst="rect">
            <a:avLst/>
          </a:prstGeom>
          <a:noFill/>
          <a:ln>
            <a:noFill/>
          </a:ln>
        </p:spPr>
        <p:txBody>
          <a:bodyPr anchorCtr="0" anchor="t" bIns="0" lIns="0" spcFirstLastPara="1" rIns="0" wrap="square" tIns="0">
            <a:noAutofit/>
          </a:bodyPr>
          <a:lstStyle/>
          <a:p>
            <a:pPr indent="-482600" lvl="0" marL="457200" marR="0" rtl="0" algn="l">
              <a:lnSpc>
                <a:spcPct val="140000"/>
              </a:lnSpc>
              <a:spcBef>
                <a:spcPts val="0"/>
              </a:spcBef>
              <a:spcAft>
                <a:spcPts val="0"/>
              </a:spcAft>
              <a:buClr>
                <a:schemeClr val="dk2"/>
              </a:buClr>
              <a:buSzPts val="4000"/>
              <a:buFont typeface="Archivo"/>
              <a:buChar char="●"/>
            </a:pPr>
            <a:r>
              <a:rPr b="1" lang="en-US" sz="4000">
                <a:solidFill>
                  <a:schemeClr val="dk2"/>
                </a:solidFill>
                <a:latin typeface="Archivo"/>
                <a:ea typeface="Archivo"/>
                <a:cs typeface="Archivo"/>
                <a:sym typeface="Archivo"/>
              </a:rPr>
              <a:t>Exchange</a:t>
            </a:r>
            <a:endParaRPr b="1" sz="4000">
              <a:solidFill>
                <a:schemeClr val="dk2"/>
              </a:solidFill>
              <a:latin typeface="Archivo"/>
              <a:ea typeface="Archivo"/>
              <a:cs typeface="Archivo"/>
              <a:sym typeface="Archivo"/>
            </a:endParaRPr>
          </a:p>
          <a:p>
            <a:pPr indent="-482600" lvl="1" marL="914400" marR="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As Instagram increased user base, potential to communicate increases</a:t>
            </a:r>
            <a:endParaRPr sz="4000">
              <a:solidFill>
                <a:schemeClr val="dk2"/>
              </a:solidFill>
              <a:latin typeface="Archivo"/>
              <a:ea typeface="Archivo"/>
              <a:cs typeface="Archivo"/>
              <a:sym typeface="Archivo"/>
            </a:endParaRPr>
          </a:p>
          <a:p>
            <a:pPr indent="-482600" lvl="1" marL="914400" marR="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Includes almost anything digital (messaging, movies, money, video games, software)</a:t>
            </a:r>
            <a:endParaRPr sz="4000">
              <a:solidFill>
                <a:schemeClr val="dk2"/>
              </a:solidFill>
              <a:latin typeface="Archivo"/>
              <a:ea typeface="Archivo"/>
              <a:cs typeface="Archivo"/>
              <a:sym typeface="Archivo"/>
            </a:endParaRPr>
          </a:p>
          <a:p>
            <a:pPr indent="-482600" lvl="0" marL="457200" marR="0" rtl="0" algn="l">
              <a:lnSpc>
                <a:spcPct val="140000"/>
              </a:lnSpc>
              <a:spcBef>
                <a:spcPts val="0"/>
              </a:spcBef>
              <a:spcAft>
                <a:spcPts val="0"/>
              </a:spcAft>
              <a:buClr>
                <a:schemeClr val="dk2"/>
              </a:buClr>
              <a:buSzPts val="4000"/>
              <a:buFont typeface="Archivo"/>
              <a:buChar char="●"/>
            </a:pPr>
            <a:r>
              <a:rPr b="1" lang="en-US" sz="4000">
                <a:solidFill>
                  <a:schemeClr val="dk2"/>
                </a:solidFill>
                <a:latin typeface="Archivo"/>
                <a:ea typeface="Archivo"/>
                <a:cs typeface="Archivo"/>
                <a:sym typeface="Archivo"/>
              </a:rPr>
              <a:t>Staying power</a:t>
            </a:r>
            <a:r>
              <a:rPr lang="en-US" sz="4000">
                <a:solidFill>
                  <a:schemeClr val="dk2"/>
                </a:solidFill>
                <a:latin typeface="Archivo"/>
                <a:ea typeface="Archivo"/>
                <a:cs typeface="Archivo"/>
                <a:sym typeface="Archivo"/>
              </a:rPr>
              <a:t> - long term viability of a product</a:t>
            </a:r>
            <a:endParaRPr sz="4000">
              <a:solidFill>
                <a:schemeClr val="dk2"/>
              </a:solidFill>
              <a:latin typeface="Archivo"/>
              <a:ea typeface="Archivo"/>
              <a:cs typeface="Archivo"/>
              <a:sym typeface="Archivo"/>
            </a:endParaRPr>
          </a:p>
          <a:p>
            <a:pPr indent="-482600" lvl="1" marL="914400" marR="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No one would have bought a Zune or Betamax if they knew the tech would die </a:t>
            </a:r>
            <a:endParaRPr sz="4000">
              <a:solidFill>
                <a:schemeClr val="dk2"/>
              </a:solidFill>
              <a:latin typeface="Archivo"/>
              <a:ea typeface="Archivo"/>
              <a:cs typeface="Archivo"/>
              <a:sym typeface="Archivo"/>
            </a:endParaRPr>
          </a:p>
          <a:p>
            <a:pPr indent="-482600" lvl="1" marL="914400" marR="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Switching costs - higher the investment = sticky</a:t>
            </a:r>
            <a:endParaRPr sz="4000">
              <a:solidFill>
                <a:schemeClr val="dk2"/>
              </a:solidFill>
              <a:latin typeface="Archivo"/>
              <a:ea typeface="Archivo"/>
              <a:cs typeface="Archivo"/>
              <a:sym typeface="Archivo"/>
            </a:endParaRPr>
          </a:p>
          <a:p>
            <a:pPr indent="-482600" lvl="0" marL="457200" marR="0" rtl="0" algn="l">
              <a:lnSpc>
                <a:spcPct val="140000"/>
              </a:lnSpc>
              <a:spcBef>
                <a:spcPts val="0"/>
              </a:spcBef>
              <a:spcAft>
                <a:spcPts val="0"/>
              </a:spcAft>
              <a:buClr>
                <a:schemeClr val="dk2"/>
              </a:buClr>
              <a:buSzPts val="4000"/>
              <a:buFont typeface="Archivo"/>
              <a:buChar char="●"/>
            </a:pPr>
            <a:r>
              <a:rPr b="1" lang="en-US" sz="4000">
                <a:solidFill>
                  <a:schemeClr val="dk2"/>
                </a:solidFill>
                <a:latin typeface="Archivo"/>
                <a:ea typeface="Archivo"/>
                <a:cs typeface="Archivo"/>
                <a:sym typeface="Archivo"/>
              </a:rPr>
              <a:t>Complimentary benefits</a:t>
            </a:r>
            <a:r>
              <a:rPr lang="en-US" sz="4000">
                <a:solidFill>
                  <a:schemeClr val="dk2"/>
                </a:solidFill>
                <a:latin typeface="Archivo"/>
                <a:ea typeface="Archivo"/>
                <a:cs typeface="Archivo"/>
                <a:sym typeface="Archivo"/>
              </a:rPr>
              <a:t> add additional value</a:t>
            </a:r>
            <a:endParaRPr sz="4000">
              <a:solidFill>
                <a:schemeClr val="dk2"/>
              </a:solidFill>
              <a:latin typeface="Archivo"/>
              <a:ea typeface="Archivo"/>
              <a:cs typeface="Archivo"/>
              <a:sym typeface="Archivo"/>
            </a:endParaRPr>
          </a:p>
          <a:p>
            <a:pPr indent="-482600" lvl="1" marL="914400" marR="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Cameras upload to Youtube, Accountants in Excel</a:t>
            </a:r>
            <a:endParaRPr sz="4000">
              <a:solidFill>
                <a:schemeClr val="dk2"/>
              </a:solidFill>
              <a:latin typeface="Archivo"/>
              <a:ea typeface="Archivo"/>
              <a:cs typeface="Archivo"/>
              <a:sym typeface="Archivo"/>
            </a:endParaRPr>
          </a:p>
          <a:p>
            <a:pPr indent="0" lvl="0" marL="0" marR="0" rtl="0" algn="l">
              <a:lnSpc>
                <a:spcPct val="140000"/>
              </a:lnSpc>
              <a:spcBef>
                <a:spcPts val="0"/>
              </a:spcBef>
              <a:spcAft>
                <a:spcPts val="0"/>
              </a:spcAft>
              <a:buNone/>
            </a:pPr>
            <a:r>
              <a:t/>
            </a:r>
            <a:endParaRPr sz="4000">
              <a:solidFill>
                <a:schemeClr val="dk2"/>
              </a:solidFill>
              <a:latin typeface="Archivo"/>
              <a:ea typeface="Archivo"/>
              <a:cs typeface="Archivo"/>
              <a:sym typeface="Archivo"/>
            </a:endParaRPr>
          </a:p>
        </p:txBody>
      </p:sp>
      <p:sp>
        <p:nvSpPr>
          <p:cNvPr id="487" name="Google Shape;487;p66" title="Green footer bar with page number"/>
          <p:cNvSpPr/>
          <p:nvPr/>
        </p:nvSpPr>
        <p:spPr>
          <a:xfrm>
            <a:off x="0" y="13175866"/>
            <a:ext cx="24384000" cy="54870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id="488" name="Google Shape;488;p66"/>
          <p:cNvSpPr txBox="1"/>
          <p:nvPr/>
        </p:nvSpPr>
        <p:spPr>
          <a:xfrm>
            <a:off x="23835359" y="13175866"/>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2000"/>
              <a:buFont typeface="Arial"/>
              <a:buNone/>
            </a:pPr>
            <a:fld id="{00000000-1234-1234-1234-123412341234}" type="slidenum">
              <a:rPr b="1" i="0" lang="en-US" sz="2000" u="none" cap="none" strike="noStrike">
                <a:solidFill>
                  <a:schemeClr val="accent1"/>
                </a:solidFill>
                <a:latin typeface="Arial"/>
                <a:ea typeface="Arial"/>
                <a:cs typeface="Arial"/>
                <a:sym typeface="Arial"/>
              </a:rPr>
              <a:t>‹#›</a:t>
            </a:fld>
            <a:endParaRPr b="1" i="0" sz="2000" u="none" cap="none" strike="noStrike">
              <a:solidFill>
                <a:schemeClr val="accent1"/>
              </a:solidFill>
              <a:latin typeface="Arial"/>
              <a:ea typeface="Arial"/>
              <a:cs typeface="Arial"/>
              <a:sym typeface="Arial"/>
            </a:endParaRPr>
          </a:p>
        </p:txBody>
      </p:sp>
      <p:pic>
        <p:nvPicPr>
          <p:cNvPr id="489" name="Google Shape;489;p66"/>
          <p:cNvPicPr preferRelativeResize="0"/>
          <p:nvPr/>
        </p:nvPicPr>
        <p:blipFill>
          <a:blip r:embed="rId4">
            <a:alphaModFix/>
          </a:blip>
          <a:stretch>
            <a:fillRect/>
          </a:stretch>
        </p:blipFill>
        <p:spPr>
          <a:xfrm>
            <a:off x="1065300" y="3938463"/>
            <a:ext cx="9182100" cy="68580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alpha val="0"/>
          </a:schemeClr>
        </a:solidFill>
      </p:bgPr>
    </p:bg>
    <p:spTree>
      <p:nvGrpSpPr>
        <p:cNvPr id="493" name="Shape 493"/>
        <p:cNvGrpSpPr/>
        <p:nvPr/>
      </p:nvGrpSpPr>
      <p:grpSpPr>
        <a:xfrm>
          <a:off x="0" y="0"/>
          <a:ext cx="0" cy="0"/>
          <a:chOff x="0" y="0"/>
          <a:chExt cx="0" cy="0"/>
        </a:xfrm>
      </p:grpSpPr>
      <p:pic>
        <p:nvPicPr>
          <p:cNvPr id="494" name="Google Shape;494;p67"/>
          <p:cNvPicPr preferRelativeResize="0"/>
          <p:nvPr/>
        </p:nvPicPr>
        <p:blipFill rotWithShape="1">
          <a:blip r:embed="rId3">
            <a:alphaModFix/>
          </a:blip>
          <a:srcRect b="1579" l="0" r="0" t="1569"/>
          <a:stretch/>
        </p:blipFill>
        <p:spPr>
          <a:xfrm>
            <a:off x="342431" y="499915"/>
            <a:ext cx="547744" cy="541653"/>
          </a:xfrm>
          <a:prstGeom prst="rect">
            <a:avLst/>
          </a:prstGeom>
          <a:noFill/>
          <a:ln>
            <a:noFill/>
          </a:ln>
        </p:spPr>
      </p:pic>
      <p:sp>
        <p:nvSpPr>
          <p:cNvPr id="495" name="Google Shape;495;p67"/>
          <p:cNvSpPr txBox="1"/>
          <p:nvPr/>
        </p:nvSpPr>
        <p:spPr>
          <a:xfrm>
            <a:off x="1224212" y="549243"/>
            <a:ext cx="8083500" cy="40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2600"/>
              <a:buFont typeface="Arial"/>
              <a:buNone/>
            </a:pPr>
            <a:r>
              <a:rPr b="1" lang="en-US" sz="2600">
                <a:solidFill>
                  <a:schemeClr val="dk2"/>
                </a:solidFill>
                <a:latin typeface="Archivo"/>
                <a:ea typeface="Archivo"/>
                <a:cs typeface="Archivo"/>
                <a:sym typeface="Archivo"/>
              </a:rPr>
              <a:t>BA 336: Essentials of Information Systems</a:t>
            </a:r>
            <a:endParaRPr b="1" i="0" sz="2600" u="none" cap="none" strike="noStrike">
              <a:solidFill>
                <a:schemeClr val="dk2"/>
              </a:solidFill>
              <a:latin typeface="Archivo"/>
              <a:ea typeface="Archivo"/>
              <a:cs typeface="Archivo"/>
              <a:sym typeface="Archivo"/>
            </a:endParaRPr>
          </a:p>
        </p:txBody>
      </p:sp>
      <p:sp>
        <p:nvSpPr>
          <p:cNvPr id="496" name="Google Shape;496;p67"/>
          <p:cNvSpPr txBox="1"/>
          <p:nvPr/>
        </p:nvSpPr>
        <p:spPr>
          <a:xfrm>
            <a:off x="1217700" y="1700575"/>
            <a:ext cx="8701200" cy="24096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chemeClr val="accent1"/>
              </a:buClr>
              <a:buSzPts val="10000"/>
              <a:buFont typeface="Arial"/>
              <a:buNone/>
            </a:pPr>
            <a:r>
              <a:rPr b="1" i="1" lang="en-US" sz="9000">
                <a:solidFill>
                  <a:schemeClr val="accent1"/>
                </a:solidFill>
                <a:latin typeface="Archivo Narrow"/>
                <a:ea typeface="Archivo Narrow"/>
                <a:cs typeface="Archivo Narrow"/>
                <a:sym typeface="Archivo Narrow"/>
              </a:rPr>
              <a:t>Impact of</a:t>
            </a:r>
            <a:r>
              <a:rPr b="1" i="1" lang="en-US" sz="9000">
                <a:solidFill>
                  <a:schemeClr val="accent1"/>
                </a:solidFill>
                <a:latin typeface="Archivo Narrow"/>
                <a:ea typeface="Archivo Narrow"/>
                <a:cs typeface="Archivo Narrow"/>
                <a:sym typeface="Archivo Narrow"/>
              </a:rPr>
              <a:t> Network Effects</a:t>
            </a:r>
            <a:endParaRPr sz="9000">
              <a:latin typeface="Archivo Narrow"/>
              <a:ea typeface="Archivo Narrow"/>
              <a:cs typeface="Archivo Narrow"/>
              <a:sym typeface="Archivo Narrow"/>
            </a:endParaRPr>
          </a:p>
        </p:txBody>
      </p:sp>
      <p:sp>
        <p:nvSpPr>
          <p:cNvPr id="497" name="Google Shape;497;p67"/>
          <p:cNvSpPr txBox="1"/>
          <p:nvPr/>
        </p:nvSpPr>
        <p:spPr>
          <a:xfrm>
            <a:off x="1217693" y="4823925"/>
            <a:ext cx="18968400" cy="8463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accent1"/>
              </a:buClr>
              <a:buSzPts val="4000"/>
              <a:buFont typeface="Ultra"/>
              <a:buNone/>
            </a:pPr>
            <a:r>
              <a:t/>
            </a:r>
            <a:endParaRPr b="1" sz="4200">
              <a:latin typeface="Archivo Narrow"/>
              <a:ea typeface="Archivo Narrow"/>
              <a:cs typeface="Archivo Narrow"/>
              <a:sym typeface="Archivo Narrow"/>
            </a:endParaRPr>
          </a:p>
        </p:txBody>
      </p:sp>
      <p:sp>
        <p:nvSpPr>
          <p:cNvPr id="498" name="Google Shape;498;p67"/>
          <p:cNvSpPr txBox="1"/>
          <p:nvPr/>
        </p:nvSpPr>
        <p:spPr>
          <a:xfrm>
            <a:off x="984350" y="4823925"/>
            <a:ext cx="8563200" cy="8148300"/>
          </a:xfrm>
          <a:prstGeom prst="rect">
            <a:avLst/>
          </a:prstGeom>
          <a:noFill/>
          <a:ln>
            <a:noFill/>
          </a:ln>
        </p:spPr>
        <p:txBody>
          <a:bodyPr anchorCtr="0" anchor="t" bIns="0" lIns="0" spcFirstLastPara="1" rIns="0" wrap="square" tIns="0">
            <a:noAutofit/>
          </a:bodyPr>
          <a:lstStyle/>
          <a:p>
            <a:pPr indent="-482600" lvl="0" marL="457200" marR="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Why does almost everyone use the same social media </a:t>
            </a:r>
            <a:r>
              <a:rPr lang="en-US" sz="4000">
                <a:solidFill>
                  <a:schemeClr val="dk2"/>
                </a:solidFill>
                <a:latin typeface="Archivo"/>
                <a:ea typeface="Archivo"/>
                <a:cs typeface="Archivo"/>
                <a:sym typeface="Archivo"/>
              </a:rPr>
              <a:t>platforms</a:t>
            </a:r>
            <a:r>
              <a:rPr lang="en-US" sz="4000">
                <a:solidFill>
                  <a:schemeClr val="dk2"/>
                </a:solidFill>
                <a:latin typeface="Archivo"/>
                <a:ea typeface="Archivo"/>
                <a:cs typeface="Archivo"/>
                <a:sym typeface="Archivo"/>
              </a:rPr>
              <a:t> or messaging apps? </a:t>
            </a:r>
            <a:endParaRPr sz="4000">
              <a:solidFill>
                <a:schemeClr val="dk2"/>
              </a:solidFill>
              <a:latin typeface="Archivo"/>
              <a:ea typeface="Archivo"/>
              <a:cs typeface="Archivo"/>
              <a:sym typeface="Archivo"/>
            </a:endParaRPr>
          </a:p>
          <a:p>
            <a:pPr indent="-482600" lvl="0" marL="457200" marR="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Are they the best tools available? </a:t>
            </a:r>
            <a:endParaRPr sz="4000">
              <a:solidFill>
                <a:schemeClr val="dk2"/>
              </a:solidFill>
              <a:latin typeface="Archivo"/>
              <a:ea typeface="Archivo"/>
              <a:cs typeface="Archivo"/>
              <a:sym typeface="Archivo"/>
            </a:endParaRPr>
          </a:p>
          <a:p>
            <a:pPr indent="-482600" lvl="1" marL="914400" marR="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iPhone vs. Android </a:t>
            </a:r>
            <a:endParaRPr sz="4000">
              <a:solidFill>
                <a:schemeClr val="dk2"/>
              </a:solidFill>
              <a:latin typeface="Archivo"/>
              <a:ea typeface="Archivo"/>
              <a:cs typeface="Archivo"/>
              <a:sym typeface="Archivo"/>
            </a:endParaRPr>
          </a:p>
          <a:p>
            <a:pPr indent="-482600" lvl="0" marL="457200" marR="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What happens if you don’t use the most popular devices or apps?  </a:t>
            </a:r>
            <a:endParaRPr sz="4000">
              <a:solidFill>
                <a:schemeClr val="dk2"/>
              </a:solidFill>
              <a:latin typeface="Archivo"/>
              <a:ea typeface="Archivo"/>
              <a:cs typeface="Archivo"/>
              <a:sym typeface="Archivo"/>
            </a:endParaRPr>
          </a:p>
          <a:p>
            <a:pPr indent="0" lvl="0" marL="0" marR="0" rtl="0" algn="l">
              <a:lnSpc>
                <a:spcPct val="140000"/>
              </a:lnSpc>
              <a:spcBef>
                <a:spcPts val="0"/>
              </a:spcBef>
              <a:spcAft>
                <a:spcPts val="0"/>
              </a:spcAft>
              <a:buNone/>
            </a:pPr>
            <a:r>
              <a:t/>
            </a:r>
            <a:endParaRPr sz="4000">
              <a:solidFill>
                <a:schemeClr val="dk2"/>
              </a:solidFill>
              <a:latin typeface="Archivo"/>
              <a:ea typeface="Archivo"/>
              <a:cs typeface="Archivo"/>
              <a:sym typeface="Archivo"/>
            </a:endParaRPr>
          </a:p>
        </p:txBody>
      </p:sp>
      <p:sp>
        <p:nvSpPr>
          <p:cNvPr id="499" name="Google Shape;499;p67" title="Green footer bar with page number"/>
          <p:cNvSpPr/>
          <p:nvPr/>
        </p:nvSpPr>
        <p:spPr>
          <a:xfrm>
            <a:off x="0" y="13175866"/>
            <a:ext cx="24384000" cy="54870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id="500" name="Google Shape;500;p67"/>
          <p:cNvSpPr txBox="1"/>
          <p:nvPr/>
        </p:nvSpPr>
        <p:spPr>
          <a:xfrm>
            <a:off x="23835359" y="13175866"/>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2000"/>
              <a:buFont typeface="Arial"/>
              <a:buNone/>
            </a:pPr>
            <a:fld id="{00000000-1234-1234-1234-123412341234}" type="slidenum">
              <a:rPr b="1" i="0" lang="en-US" sz="2000" u="none" cap="none" strike="noStrike">
                <a:solidFill>
                  <a:schemeClr val="accent1"/>
                </a:solidFill>
                <a:latin typeface="Arial"/>
                <a:ea typeface="Arial"/>
                <a:cs typeface="Arial"/>
                <a:sym typeface="Arial"/>
              </a:rPr>
              <a:t>‹#›</a:t>
            </a:fld>
            <a:endParaRPr b="1" i="0" sz="2000" u="none" cap="none" strike="noStrike">
              <a:solidFill>
                <a:schemeClr val="accent1"/>
              </a:solidFill>
              <a:latin typeface="Arial"/>
              <a:ea typeface="Arial"/>
              <a:cs typeface="Arial"/>
              <a:sym typeface="Arial"/>
            </a:endParaRPr>
          </a:p>
        </p:txBody>
      </p:sp>
      <p:pic>
        <p:nvPicPr>
          <p:cNvPr id="501" name="Google Shape;501;p67"/>
          <p:cNvPicPr preferRelativeResize="0"/>
          <p:nvPr/>
        </p:nvPicPr>
        <p:blipFill>
          <a:blip r:embed="rId4">
            <a:alphaModFix/>
          </a:blip>
          <a:stretch>
            <a:fillRect/>
          </a:stretch>
        </p:blipFill>
        <p:spPr>
          <a:xfrm>
            <a:off x="10683950" y="4448762"/>
            <a:ext cx="11995974" cy="61812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alpha val="0"/>
          </a:schemeClr>
        </a:solidFill>
      </p:bgPr>
    </p:bg>
    <p:spTree>
      <p:nvGrpSpPr>
        <p:cNvPr id="505" name="Shape 505"/>
        <p:cNvGrpSpPr/>
        <p:nvPr/>
      </p:nvGrpSpPr>
      <p:grpSpPr>
        <a:xfrm>
          <a:off x="0" y="0"/>
          <a:ext cx="0" cy="0"/>
          <a:chOff x="0" y="0"/>
          <a:chExt cx="0" cy="0"/>
        </a:xfrm>
      </p:grpSpPr>
      <p:pic>
        <p:nvPicPr>
          <p:cNvPr id="506" name="Google Shape;506;p68"/>
          <p:cNvPicPr preferRelativeResize="0"/>
          <p:nvPr/>
        </p:nvPicPr>
        <p:blipFill rotWithShape="1">
          <a:blip r:embed="rId3">
            <a:alphaModFix/>
          </a:blip>
          <a:srcRect b="1579" l="0" r="0" t="1569"/>
          <a:stretch/>
        </p:blipFill>
        <p:spPr>
          <a:xfrm>
            <a:off x="342431" y="499915"/>
            <a:ext cx="547744" cy="541653"/>
          </a:xfrm>
          <a:prstGeom prst="rect">
            <a:avLst/>
          </a:prstGeom>
          <a:noFill/>
          <a:ln>
            <a:noFill/>
          </a:ln>
        </p:spPr>
      </p:pic>
      <p:sp>
        <p:nvSpPr>
          <p:cNvPr id="507" name="Google Shape;507;p68"/>
          <p:cNvSpPr txBox="1"/>
          <p:nvPr/>
        </p:nvSpPr>
        <p:spPr>
          <a:xfrm>
            <a:off x="1224212" y="549243"/>
            <a:ext cx="8083500" cy="40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2600"/>
              <a:buFont typeface="Arial"/>
              <a:buNone/>
            </a:pPr>
            <a:r>
              <a:rPr b="1" lang="en-US" sz="2600">
                <a:solidFill>
                  <a:schemeClr val="dk2"/>
                </a:solidFill>
                <a:latin typeface="Archivo"/>
                <a:ea typeface="Archivo"/>
                <a:cs typeface="Archivo"/>
                <a:sym typeface="Archivo"/>
              </a:rPr>
              <a:t>BA 336: Essentials of Information Systems</a:t>
            </a:r>
            <a:endParaRPr b="1" i="0" sz="2600" u="none" cap="none" strike="noStrike">
              <a:solidFill>
                <a:schemeClr val="dk2"/>
              </a:solidFill>
              <a:latin typeface="Archivo"/>
              <a:ea typeface="Archivo"/>
              <a:cs typeface="Archivo"/>
              <a:sym typeface="Archivo"/>
            </a:endParaRPr>
          </a:p>
        </p:txBody>
      </p:sp>
      <p:sp>
        <p:nvSpPr>
          <p:cNvPr id="508" name="Google Shape;508;p68"/>
          <p:cNvSpPr txBox="1"/>
          <p:nvPr/>
        </p:nvSpPr>
        <p:spPr>
          <a:xfrm>
            <a:off x="12148475" y="1805525"/>
            <a:ext cx="8701200" cy="15234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chemeClr val="accent1"/>
              </a:buClr>
              <a:buSzPts val="10000"/>
              <a:buFont typeface="Arial"/>
              <a:buNone/>
            </a:pPr>
            <a:r>
              <a:rPr b="1" i="1" lang="en-US" sz="9000">
                <a:solidFill>
                  <a:schemeClr val="accent1"/>
                </a:solidFill>
                <a:latin typeface="Archivo Narrow"/>
                <a:ea typeface="Archivo Narrow"/>
                <a:cs typeface="Archivo Narrow"/>
                <a:sym typeface="Archivo Narrow"/>
              </a:rPr>
              <a:t>Platforms and APIs </a:t>
            </a:r>
            <a:endParaRPr sz="9000">
              <a:latin typeface="Archivo Narrow"/>
              <a:ea typeface="Archivo Narrow"/>
              <a:cs typeface="Archivo Narrow"/>
              <a:sym typeface="Archivo Narrow"/>
            </a:endParaRPr>
          </a:p>
        </p:txBody>
      </p:sp>
      <p:sp>
        <p:nvSpPr>
          <p:cNvPr id="509" name="Google Shape;509;p68"/>
          <p:cNvSpPr txBox="1"/>
          <p:nvPr/>
        </p:nvSpPr>
        <p:spPr>
          <a:xfrm>
            <a:off x="1217693" y="4823925"/>
            <a:ext cx="18968400" cy="8463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accent1"/>
              </a:buClr>
              <a:buSzPts val="4000"/>
              <a:buFont typeface="Ultra"/>
              <a:buNone/>
            </a:pPr>
            <a:r>
              <a:t/>
            </a:r>
            <a:endParaRPr b="1" sz="4200">
              <a:latin typeface="Archivo Narrow"/>
              <a:ea typeface="Archivo Narrow"/>
              <a:cs typeface="Archivo Narrow"/>
              <a:sym typeface="Archivo Narrow"/>
            </a:endParaRPr>
          </a:p>
        </p:txBody>
      </p:sp>
      <p:sp>
        <p:nvSpPr>
          <p:cNvPr id="510" name="Google Shape;510;p68"/>
          <p:cNvSpPr txBox="1"/>
          <p:nvPr/>
        </p:nvSpPr>
        <p:spPr>
          <a:xfrm>
            <a:off x="11944975" y="3328925"/>
            <a:ext cx="11229000" cy="7669800"/>
          </a:xfrm>
          <a:prstGeom prst="rect">
            <a:avLst/>
          </a:prstGeom>
          <a:noFill/>
          <a:ln>
            <a:noFill/>
          </a:ln>
        </p:spPr>
        <p:txBody>
          <a:bodyPr anchorCtr="0" anchor="t" bIns="0" lIns="0" spcFirstLastPara="1" rIns="0" wrap="square" tIns="0">
            <a:noAutofit/>
          </a:bodyPr>
          <a:lstStyle/>
          <a:p>
            <a:pPr indent="-482600" lvl="0" marL="45720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Platforms is a product or </a:t>
            </a:r>
            <a:r>
              <a:rPr lang="en-US" sz="4000">
                <a:solidFill>
                  <a:schemeClr val="dk2"/>
                </a:solidFill>
                <a:latin typeface="Archivo"/>
                <a:ea typeface="Archivo"/>
                <a:cs typeface="Archivo"/>
                <a:sym typeface="Archivo"/>
              </a:rPr>
              <a:t>service encouraging other of offer complimentary goods (iOS)</a:t>
            </a:r>
            <a:endParaRPr sz="4000">
              <a:solidFill>
                <a:schemeClr val="dk2"/>
              </a:solidFill>
              <a:latin typeface="Archivo"/>
              <a:ea typeface="Archivo"/>
              <a:cs typeface="Archivo"/>
              <a:sym typeface="Archivo"/>
            </a:endParaRPr>
          </a:p>
          <a:p>
            <a:pPr indent="-482600" lvl="0" marL="45720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Application Programming Interface</a:t>
            </a:r>
            <a:endParaRPr sz="4000">
              <a:solidFill>
                <a:schemeClr val="dk2"/>
              </a:solidFill>
              <a:latin typeface="Archivo"/>
              <a:ea typeface="Archivo"/>
              <a:cs typeface="Archivo"/>
              <a:sym typeface="Archivo"/>
            </a:endParaRPr>
          </a:p>
          <a:p>
            <a:pPr indent="-482600" lvl="0" marL="45720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Interface allows two software applications to communicate via a handshake. </a:t>
            </a:r>
            <a:endParaRPr sz="4000">
              <a:solidFill>
                <a:schemeClr val="dk2"/>
              </a:solidFill>
              <a:latin typeface="Archivo"/>
              <a:ea typeface="Archivo"/>
              <a:cs typeface="Archivo"/>
              <a:sym typeface="Archivo"/>
            </a:endParaRPr>
          </a:p>
          <a:p>
            <a:pPr indent="-482600" lvl="0" marL="45720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Allows third-party devs to build complimentary products</a:t>
            </a:r>
            <a:endParaRPr sz="4000">
              <a:solidFill>
                <a:schemeClr val="dk2"/>
              </a:solidFill>
              <a:latin typeface="Archivo"/>
              <a:ea typeface="Archivo"/>
              <a:cs typeface="Archivo"/>
              <a:sym typeface="Archivo"/>
            </a:endParaRPr>
          </a:p>
          <a:p>
            <a:pPr indent="-482600" lvl="0" marL="45720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API supercharges the network effects and creates virtuous cycle: more apps, functionality, users, devs </a:t>
            </a:r>
            <a:endParaRPr sz="4000">
              <a:solidFill>
                <a:schemeClr val="dk2"/>
              </a:solidFill>
              <a:latin typeface="Archivo"/>
              <a:ea typeface="Archivo"/>
              <a:cs typeface="Archivo"/>
              <a:sym typeface="Archivo"/>
            </a:endParaRPr>
          </a:p>
        </p:txBody>
      </p:sp>
      <p:sp>
        <p:nvSpPr>
          <p:cNvPr id="511" name="Google Shape;511;p68" title="Green footer bar with page number"/>
          <p:cNvSpPr/>
          <p:nvPr/>
        </p:nvSpPr>
        <p:spPr>
          <a:xfrm>
            <a:off x="0" y="13175866"/>
            <a:ext cx="24384000" cy="54870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id="512" name="Google Shape;512;p68"/>
          <p:cNvSpPr txBox="1"/>
          <p:nvPr/>
        </p:nvSpPr>
        <p:spPr>
          <a:xfrm>
            <a:off x="23835359" y="13175866"/>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2000"/>
              <a:buFont typeface="Arial"/>
              <a:buNone/>
            </a:pPr>
            <a:fld id="{00000000-1234-1234-1234-123412341234}" type="slidenum">
              <a:rPr b="1" i="0" lang="en-US" sz="2000" u="none" cap="none" strike="noStrike">
                <a:solidFill>
                  <a:schemeClr val="accent1"/>
                </a:solidFill>
                <a:latin typeface="Arial"/>
                <a:ea typeface="Arial"/>
                <a:cs typeface="Arial"/>
                <a:sym typeface="Arial"/>
              </a:rPr>
              <a:t>‹#›</a:t>
            </a:fld>
            <a:endParaRPr b="1" i="0" sz="2000" u="none" cap="none" strike="noStrike">
              <a:solidFill>
                <a:schemeClr val="accent1"/>
              </a:solidFill>
              <a:latin typeface="Arial"/>
              <a:ea typeface="Arial"/>
              <a:cs typeface="Arial"/>
              <a:sym typeface="Arial"/>
            </a:endParaRPr>
          </a:p>
        </p:txBody>
      </p:sp>
      <p:pic>
        <p:nvPicPr>
          <p:cNvPr id="513" name="Google Shape;513;p68"/>
          <p:cNvPicPr preferRelativeResize="0"/>
          <p:nvPr/>
        </p:nvPicPr>
        <p:blipFill>
          <a:blip r:embed="rId4">
            <a:alphaModFix/>
          </a:blip>
          <a:stretch>
            <a:fillRect/>
          </a:stretch>
        </p:blipFill>
        <p:spPr>
          <a:xfrm>
            <a:off x="608725" y="2608200"/>
            <a:ext cx="11031800" cy="7909600"/>
          </a:xfrm>
          <a:prstGeom prst="rect">
            <a:avLst/>
          </a:prstGeom>
          <a:noFill/>
          <a:ln>
            <a:noFill/>
          </a:ln>
        </p:spPr>
      </p:pic>
      <p:sp>
        <p:nvSpPr>
          <p:cNvPr id="514" name="Google Shape;514;p68"/>
          <p:cNvSpPr/>
          <p:nvPr/>
        </p:nvSpPr>
        <p:spPr>
          <a:xfrm>
            <a:off x="608725" y="7719100"/>
            <a:ext cx="548700" cy="279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518" name="Shape 518"/>
        <p:cNvGrpSpPr/>
        <p:nvPr/>
      </p:nvGrpSpPr>
      <p:grpSpPr>
        <a:xfrm>
          <a:off x="0" y="0"/>
          <a:ext cx="0" cy="0"/>
          <a:chOff x="0" y="0"/>
          <a:chExt cx="0" cy="0"/>
        </a:xfrm>
      </p:grpSpPr>
      <p:pic>
        <p:nvPicPr>
          <p:cNvPr id="519" name="Google Shape;519;p69"/>
          <p:cNvPicPr preferRelativeResize="0"/>
          <p:nvPr/>
        </p:nvPicPr>
        <p:blipFill rotWithShape="1">
          <a:blip r:embed="rId3">
            <a:alphaModFix/>
          </a:blip>
          <a:srcRect b="2687" l="0" r="0" t="2687"/>
          <a:stretch/>
        </p:blipFill>
        <p:spPr>
          <a:xfrm>
            <a:off x="348487" y="507417"/>
            <a:ext cx="500715" cy="483760"/>
          </a:xfrm>
          <a:prstGeom prst="rect">
            <a:avLst/>
          </a:prstGeom>
          <a:noFill/>
          <a:ln>
            <a:noFill/>
          </a:ln>
        </p:spPr>
      </p:pic>
      <p:sp>
        <p:nvSpPr>
          <p:cNvPr id="520" name="Google Shape;520;p69"/>
          <p:cNvSpPr txBox="1"/>
          <p:nvPr/>
        </p:nvSpPr>
        <p:spPr>
          <a:xfrm>
            <a:off x="1224212" y="549243"/>
            <a:ext cx="8083500" cy="40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600"/>
              <a:buFont typeface="Arial"/>
              <a:buNone/>
            </a:pPr>
            <a:r>
              <a:rPr b="1" lang="en-US" sz="2600">
                <a:solidFill>
                  <a:srgbClr val="FFFFFF"/>
                </a:solidFill>
              </a:rPr>
              <a:t>BA336: Essentials of Information Technology</a:t>
            </a:r>
            <a:endParaRPr b="1" i="0" sz="2600" u="none" cap="none" strike="noStrike">
              <a:solidFill>
                <a:srgbClr val="FFFFFF"/>
              </a:solidFill>
              <a:latin typeface="Arial"/>
              <a:ea typeface="Arial"/>
              <a:cs typeface="Arial"/>
              <a:sym typeface="Arial"/>
            </a:endParaRPr>
          </a:p>
        </p:txBody>
      </p:sp>
      <p:sp>
        <p:nvSpPr>
          <p:cNvPr id="521" name="Google Shape;521;p69"/>
          <p:cNvSpPr txBox="1"/>
          <p:nvPr/>
        </p:nvSpPr>
        <p:spPr>
          <a:xfrm>
            <a:off x="1003025" y="1912975"/>
            <a:ext cx="8083500" cy="2522400"/>
          </a:xfrm>
          <a:prstGeom prst="rect">
            <a:avLst/>
          </a:prstGeom>
          <a:noFill/>
          <a:ln>
            <a:noFill/>
          </a:ln>
        </p:spPr>
        <p:txBody>
          <a:bodyPr anchorCtr="0" anchor="t" bIns="0" lIns="0" spcFirstLastPara="1" rIns="0" wrap="square" tIns="0">
            <a:noAutofit/>
          </a:bodyPr>
          <a:lstStyle/>
          <a:p>
            <a:pPr indent="0" lvl="0" marL="0" marR="0" rtl="0" algn="l">
              <a:lnSpc>
                <a:spcPct val="79166"/>
              </a:lnSpc>
              <a:spcBef>
                <a:spcPts val="0"/>
              </a:spcBef>
              <a:spcAft>
                <a:spcPts val="0"/>
              </a:spcAft>
              <a:buClr>
                <a:schemeClr val="accent2"/>
              </a:buClr>
              <a:buSzPts val="12000"/>
              <a:buFont typeface="Arial"/>
              <a:buNone/>
            </a:pPr>
            <a:r>
              <a:rPr b="1" i="1" lang="en-US" sz="12000">
                <a:solidFill>
                  <a:srgbClr val="FFFFFF"/>
                </a:solidFill>
                <a:latin typeface="Archivo Narrow"/>
                <a:ea typeface="Archivo Narrow"/>
                <a:cs typeface="Archivo Narrow"/>
                <a:sym typeface="Archivo Narrow"/>
              </a:rPr>
              <a:t>One-Sided Marketplace</a:t>
            </a:r>
            <a:endParaRPr>
              <a:solidFill>
                <a:srgbClr val="FFFFFF"/>
              </a:solidFill>
              <a:latin typeface="Archivo Narrow"/>
              <a:ea typeface="Archivo Narrow"/>
              <a:cs typeface="Archivo Narrow"/>
              <a:sym typeface="Archivo Narrow"/>
            </a:endParaRPr>
          </a:p>
        </p:txBody>
      </p:sp>
      <p:sp>
        <p:nvSpPr>
          <p:cNvPr id="522" name="Google Shape;522;p69"/>
          <p:cNvSpPr txBox="1"/>
          <p:nvPr/>
        </p:nvSpPr>
        <p:spPr>
          <a:xfrm>
            <a:off x="8241965" y="8238913"/>
            <a:ext cx="1739700" cy="598800"/>
          </a:xfrm>
          <a:prstGeom prst="rect">
            <a:avLst/>
          </a:prstGeom>
          <a:noFill/>
          <a:ln>
            <a:noFill/>
          </a:ln>
        </p:spPr>
        <p:txBody>
          <a:bodyPr anchorCtr="0" anchor="t" bIns="0" lIns="0" spcFirstLastPara="1" rIns="0" wrap="square" tIns="0">
            <a:noAutofit/>
          </a:bodyPr>
          <a:lstStyle/>
          <a:p>
            <a:pPr indent="0" lvl="0" marL="0" marR="0" rtl="0" algn="ctr">
              <a:lnSpc>
                <a:spcPct val="78947"/>
              </a:lnSpc>
              <a:spcBef>
                <a:spcPts val="0"/>
              </a:spcBef>
              <a:spcAft>
                <a:spcPts val="0"/>
              </a:spcAft>
              <a:buClr>
                <a:schemeClr val="accent3"/>
              </a:buClr>
              <a:buSzPts val="7600"/>
              <a:buFont typeface="Arial"/>
              <a:buNone/>
            </a:pPr>
            <a:r>
              <a:t/>
            </a:r>
            <a:endParaRPr>
              <a:latin typeface="Oswald"/>
              <a:ea typeface="Oswald"/>
              <a:cs typeface="Oswald"/>
              <a:sym typeface="Oswald"/>
            </a:endParaRPr>
          </a:p>
        </p:txBody>
      </p:sp>
      <p:sp>
        <p:nvSpPr>
          <p:cNvPr descr="Background red visual graphic block" id="523" name="Google Shape;523;p69" title="Background red visual graphic block"/>
          <p:cNvSpPr/>
          <p:nvPr/>
        </p:nvSpPr>
        <p:spPr>
          <a:xfrm>
            <a:off x="12173338" y="7007727"/>
            <a:ext cx="6127200" cy="6716700"/>
          </a:xfrm>
          <a:prstGeom prst="rect">
            <a:avLst/>
          </a:prstGeom>
          <a:solidFill>
            <a:schemeClr val="accent5"/>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descr="Background blue visual graphic block" id="524" name="Google Shape;524;p69" title="Background blue visual graphic block"/>
          <p:cNvSpPr/>
          <p:nvPr/>
        </p:nvSpPr>
        <p:spPr>
          <a:xfrm>
            <a:off x="18300450" y="6999225"/>
            <a:ext cx="6127200" cy="6716700"/>
          </a:xfrm>
          <a:prstGeom prst="rect">
            <a:avLst/>
          </a:prstGeom>
          <a:solidFill>
            <a:schemeClr val="accent4"/>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id="525" name="Google Shape;525;p69"/>
          <p:cNvSpPr txBox="1"/>
          <p:nvPr/>
        </p:nvSpPr>
        <p:spPr>
          <a:xfrm>
            <a:off x="23835359" y="13175866"/>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2000"/>
              <a:buFont typeface="Arial"/>
              <a:buNone/>
            </a:pPr>
            <a:fld id="{00000000-1234-1234-1234-123412341234}" type="slidenum">
              <a:rPr b="1" i="0" lang="en-US" sz="2000" u="none" cap="none" strike="noStrike">
                <a:solidFill>
                  <a:schemeClr val="accent1"/>
                </a:solidFill>
                <a:latin typeface="Arial"/>
                <a:ea typeface="Arial"/>
                <a:cs typeface="Arial"/>
                <a:sym typeface="Arial"/>
              </a:rPr>
              <a:t>‹#›</a:t>
            </a:fld>
            <a:endParaRPr b="1" i="0" sz="2000" u="none" cap="none" strike="noStrike">
              <a:solidFill>
                <a:schemeClr val="accent1"/>
              </a:solidFill>
              <a:latin typeface="Arial"/>
              <a:ea typeface="Arial"/>
              <a:cs typeface="Arial"/>
              <a:sym typeface="Arial"/>
            </a:endParaRPr>
          </a:p>
        </p:txBody>
      </p:sp>
      <p:sp>
        <p:nvSpPr>
          <p:cNvPr id="526" name="Google Shape;526;p69"/>
          <p:cNvSpPr txBox="1"/>
          <p:nvPr/>
        </p:nvSpPr>
        <p:spPr>
          <a:xfrm>
            <a:off x="1224188" y="5938513"/>
            <a:ext cx="8345700" cy="6474000"/>
          </a:xfrm>
          <a:prstGeom prst="rect">
            <a:avLst/>
          </a:prstGeom>
          <a:noFill/>
          <a:ln>
            <a:noFill/>
          </a:ln>
        </p:spPr>
        <p:txBody>
          <a:bodyPr anchorCtr="0" anchor="t" bIns="91425" lIns="91425" spcFirstLastPara="1" rIns="91425" wrap="square" tIns="91425">
            <a:spAutoFit/>
          </a:bodyPr>
          <a:lstStyle/>
          <a:p>
            <a:pPr indent="-457200" lvl="0" marL="457200" rtl="0" algn="l">
              <a:lnSpc>
                <a:spcPct val="115000"/>
              </a:lnSpc>
              <a:spcBef>
                <a:spcPts val="0"/>
              </a:spcBef>
              <a:spcAft>
                <a:spcPts val="0"/>
              </a:spcAft>
              <a:buClr>
                <a:schemeClr val="lt1"/>
              </a:buClr>
              <a:buSzPts val="3600"/>
              <a:buFont typeface="Lato"/>
              <a:buChar char="●"/>
            </a:pPr>
            <a:r>
              <a:rPr lang="en-US" sz="3600">
                <a:solidFill>
                  <a:schemeClr val="lt1"/>
                </a:solidFill>
                <a:latin typeface="Lato"/>
                <a:ea typeface="Lato"/>
                <a:cs typeface="Lato"/>
                <a:sym typeface="Lato"/>
              </a:rPr>
              <a:t>One-sided marketplace</a:t>
            </a:r>
            <a:endParaRPr sz="3600">
              <a:solidFill>
                <a:schemeClr val="lt1"/>
              </a:solidFill>
              <a:latin typeface="Lato"/>
              <a:ea typeface="Lato"/>
              <a:cs typeface="Lato"/>
              <a:sym typeface="Lato"/>
            </a:endParaRPr>
          </a:p>
          <a:p>
            <a:pPr indent="-457200" lvl="1" marL="914400" rtl="0" algn="l">
              <a:lnSpc>
                <a:spcPct val="115000"/>
              </a:lnSpc>
              <a:spcBef>
                <a:spcPts val="0"/>
              </a:spcBef>
              <a:spcAft>
                <a:spcPts val="0"/>
              </a:spcAft>
              <a:buClr>
                <a:schemeClr val="lt1"/>
              </a:buClr>
              <a:buSzPts val="3600"/>
              <a:buFont typeface="Lato"/>
              <a:buChar char="○"/>
            </a:pPr>
            <a:r>
              <a:rPr lang="en-US" sz="3600">
                <a:solidFill>
                  <a:schemeClr val="lt1"/>
                </a:solidFill>
                <a:latin typeface="Lato"/>
                <a:ea typeface="Lato"/>
                <a:cs typeface="Lato"/>
                <a:sym typeface="Lato"/>
              </a:rPr>
              <a:t>Everyone belongs to the same user group</a:t>
            </a:r>
            <a:endParaRPr sz="3600">
              <a:solidFill>
                <a:schemeClr val="lt1"/>
              </a:solidFill>
              <a:latin typeface="Lato"/>
              <a:ea typeface="Lato"/>
              <a:cs typeface="Lato"/>
              <a:sym typeface="Lato"/>
            </a:endParaRPr>
          </a:p>
          <a:p>
            <a:pPr indent="-457200" lvl="2" marL="1371600" rtl="0" algn="l">
              <a:lnSpc>
                <a:spcPct val="115000"/>
              </a:lnSpc>
              <a:spcBef>
                <a:spcPts val="0"/>
              </a:spcBef>
              <a:spcAft>
                <a:spcPts val="0"/>
              </a:spcAft>
              <a:buClr>
                <a:schemeClr val="lt1"/>
              </a:buClr>
              <a:buSzPts val="3600"/>
              <a:buFont typeface="Lato"/>
              <a:buChar char="■"/>
            </a:pPr>
            <a:r>
              <a:rPr lang="en-US" sz="3600">
                <a:solidFill>
                  <a:schemeClr val="lt1"/>
                </a:solidFill>
                <a:latin typeface="Lato"/>
                <a:ea typeface="Lato"/>
                <a:cs typeface="Lato"/>
                <a:sym typeface="Lato"/>
              </a:rPr>
              <a:t>Social Media and Messaging apps</a:t>
            </a:r>
            <a:endParaRPr sz="3600">
              <a:solidFill>
                <a:schemeClr val="lt1"/>
              </a:solidFill>
              <a:latin typeface="Lato"/>
              <a:ea typeface="Lato"/>
              <a:cs typeface="Lato"/>
              <a:sym typeface="Lato"/>
            </a:endParaRPr>
          </a:p>
          <a:p>
            <a:pPr indent="-457200" lvl="0" marL="457200" rtl="0" algn="l">
              <a:lnSpc>
                <a:spcPct val="115000"/>
              </a:lnSpc>
              <a:spcBef>
                <a:spcPts val="0"/>
              </a:spcBef>
              <a:spcAft>
                <a:spcPts val="0"/>
              </a:spcAft>
              <a:buClr>
                <a:schemeClr val="lt1"/>
              </a:buClr>
              <a:buSzPts val="3600"/>
              <a:buFont typeface="Lato"/>
              <a:buChar char="●"/>
            </a:pPr>
            <a:r>
              <a:rPr lang="en-US" sz="3600">
                <a:solidFill>
                  <a:schemeClr val="lt1"/>
                </a:solidFill>
                <a:latin typeface="Lato"/>
                <a:ea typeface="Lato"/>
                <a:cs typeface="Lato"/>
                <a:sym typeface="Lato"/>
              </a:rPr>
              <a:t>More people use WhatsApp, the value increases because they can communicate with more people</a:t>
            </a:r>
            <a:endParaRPr sz="3600">
              <a:solidFill>
                <a:schemeClr val="lt1"/>
              </a:solidFill>
              <a:latin typeface="Lato"/>
              <a:ea typeface="Lato"/>
              <a:cs typeface="Lato"/>
              <a:sym typeface="Lato"/>
            </a:endParaRPr>
          </a:p>
          <a:p>
            <a:pPr indent="-457200" lvl="0" marL="457200" rtl="0" algn="l">
              <a:lnSpc>
                <a:spcPct val="115000"/>
              </a:lnSpc>
              <a:spcBef>
                <a:spcPts val="0"/>
              </a:spcBef>
              <a:spcAft>
                <a:spcPts val="0"/>
              </a:spcAft>
              <a:buClr>
                <a:schemeClr val="lt1"/>
              </a:buClr>
              <a:buSzPts val="3600"/>
              <a:buFont typeface="Lato"/>
              <a:buChar char="●"/>
            </a:pPr>
            <a:r>
              <a:rPr lang="en-US" sz="3600">
                <a:solidFill>
                  <a:schemeClr val="lt1"/>
                </a:solidFill>
                <a:latin typeface="Lato"/>
                <a:ea typeface="Lato"/>
                <a:cs typeface="Lato"/>
                <a:sym typeface="Lato"/>
              </a:rPr>
              <a:t>Effect of more users on the network referred to as same-side exchange benefits </a:t>
            </a:r>
            <a:endParaRPr sz="3600">
              <a:solidFill>
                <a:schemeClr val="lt1"/>
              </a:solidFill>
              <a:latin typeface="Lato"/>
              <a:ea typeface="Lato"/>
              <a:cs typeface="Lato"/>
              <a:sym typeface="Lato"/>
            </a:endParaRPr>
          </a:p>
        </p:txBody>
      </p:sp>
      <p:sp>
        <p:nvSpPr>
          <p:cNvPr id="527" name="Google Shape;527;p69"/>
          <p:cNvSpPr/>
          <p:nvPr/>
        </p:nvSpPr>
        <p:spPr>
          <a:xfrm>
            <a:off x="19920050" y="4081300"/>
            <a:ext cx="3839100" cy="10722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pic>
        <p:nvPicPr>
          <p:cNvPr id="528" name="Google Shape;528;p69"/>
          <p:cNvPicPr preferRelativeResize="0"/>
          <p:nvPr/>
        </p:nvPicPr>
        <p:blipFill>
          <a:blip r:embed="rId4">
            <a:alphaModFix/>
          </a:blip>
          <a:stretch>
            <a:fillRect/>
          </a:stretch>
        </p:blipFill>
        <p:spPr>
          <a:xfrm>
            <a:off x="12173349" y="4864175"/>
            <a:ext cx="10915950" cy="61129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532" name="Shape 532"/>
        <p:cNvGrpSpPr/>
        <p:nvPr/>
      </p:nvGrpSpPr>
      <p:grpSpPr>
        <a:xfrm>
          <a:off x="0" y="0"/>
          <a:ext cx="0" cy="0"/>
          <a:chOff x="0" y="0"/>
          <a:chExt cx="0" cy="0"/>
        </a:xfrm>
      </p:grpSpPr>
      <p:pic>
        <p:nvPicPr>
          <p:cNvPr id="533" name="Google Shape;533;p70"/>
          <p:cNvPicPr preferRelativeResize="0"/>
          <p:nvPr/>
        </p:nvPicPr>
        <p:blipFill rotWithShape="1">
          <a:blip r:embed="rId3">
            <a:alphaModFix/>
          </a:blip>
          <a:srcRect b="2687" l="0" r="0" t="2687"/>
          <a:stretch/>
        </p:blipFill>
        <p:spPr>
          <a:xfrm>
            <a:off x="348487" y="507417"/>
            <a:ext cx="500715" cy="483760"/>
          </a:xfrm>
          <a:prstGeom prst="rect">
            <a:avLst/>
          </a:prstGeom>
          <a:noFill/>
          <a:ln>
            <a:noFill/>
          </a:ln>
        </p:spPr>
      </p:pic>
      <p:sp>
        <p:nvSpPr>
          <p:cNvPr id="534" name="Google Shape;534;p70"/>
          <p:cNvSpPr txBox="1"/>
          <p:nvPr/>
        </p:nvSpPr>
        <p:spPr>
          <a:xfrm>
            <a:off x="1224212" y="549243"/>
            <a:ext cx="8083500" cy="40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600"/>
              <a:buFont typeface="Arial"/>
              <a:buNone/>
            </a:pPr>
            <a:r>
              <a:rPr b="1" lang="en-US" sz="2600">
                <a:solidFill>
                  <a:srgbClr val="FFFFFF"/>
                </a:solidFill>
              </a:rPr>
              <a:t>BA336: Essentials of Information Technology</a:t>
            </a:r>
            <a:endParaRPr b="1" i="0" sz="2600" u="none" cap="none" strike="noStrike">
              <a:solidFill>
                <a:srgbClr val="FFFFFF"/>
              </a:solidFill>
              <a:latin typeface="Arial"/>
              <a:ea typeface="Arial"/>
              <a:cs typeface="Arial"/>
              <a:sym typeface="Arial"/>
            </a:endParaRPr>
          </a:p>
        </p:txBody>
      </p:sp>
      <p:sp>
        <p:nvSpPr>
          <p:cNvPr id="535" name="Google Shape;535;p70"/>
          <p:cNvSpPr txBox="1"/>
          <p:nvPr/>
        </p:nvSpPr>
        <p:spPr>
          <a:xfrm>
            <a:off x="13952525" y="1970150"/>
            <a:ext cx="8083500" cy="2522400"/>
          </a:xfrm>
          <a:prstGeom prst="rect">
            <a:avLst/>
          </a:prstGeom>
          <a:noFill/>
          <a:ln>
            <a:noFill/>
          </a:ln>
        </p:spPr>
        <p:txBody>
          <a:bodyPr anchorCtr="0" anchor="t" bIns="0" lIns="0" spcFirstLastPara="1" rIns="0" wrap="square" tIns="0">
            <a:noAutofit/>
          </a:bodyPr>
          <a:lstStyle/>
          <a:p>
            <a:pPr indent="0" lvl="0" marL="0" marR="0" rtl="0" algn="l">
              <a:lnSpc>
                <a:spcPct val="79166"/>
              </a:lnSpc>
              <a:spcBef>
                <a:spcPts val="0"/>
              </a:spcBef>
              <a:spcAft>
                <a:spcPts val="0"/>
              </a:spcAft>
              <a:buClr>
                <a:schemeClr val="accent2"/>
              </a:buClr>
              <a:buSzPts val="12000"/>
              <a:buFont typeface="Arial"/>
              <a:buNone/>
            </a:pPr>
            <a:r>
              <a:rPr b="1" i="1" lang="en-US" sz="12000">
                <a:solidFill>
                  <a:srgbClr val="FFFFFF"/>
                </a:solidFill>
                <a:latin typeface="Archivo Narrow"/>
                <a:ea typeface="Archivo Narrow"/>
                <a:cs typeface="Archivo Narrow"/>
                <a:sym typeface="Archivo Narrow"/>
              </a:rPr>
              <a:t>Two-Sided</a:t>
            </a:r>
            <a:endParaRPr>
              <a:solidFill>
                <a:srgbClr val="FFFFFF"/>
              </a:solidFill>
              <a:latin typeface="Archivo Narrow"/>
              <a:ea typeface="Archivo Narrow"/>
              <a:cs typeface="Archivo Narrow"/>
              <a:sym typeface="Archivo Narrow"/>
            </a:endParaRPr>
          </a:p>
        </p:txBody>
      </p:sp>
      <p:sp>
        <p:nvSpPr>
          <p:cNvPr id="536" name="Google Shape;536;p70"/>
          <p:cNvSpPr txBox="1"/>
          <p:nvPr/>
        </p:nvSpPr>
        <p:spPr>
          <a:xfrm>
            <a:off x="8241965" y="8238913"/>
            <a:ext cx="1739700" cy="598800"/>
          </a:xfrm>
          <a:prstGeom prst="rect">
            <a:avLst/>
          </a:prstGeom>
          <a:noFill/>
          <a:ln>
            <a:noFill/>
          </a:ln>
        </p:spPr>
        <p:txBody>
          <a:bodyPr anchorCtr="0" anchor="t" bIns="0" lIns="0" spcFirstLastPara="1" rIns="0" wrap="square" tIns="0">
            <a:noAutofit/>
          </a:bodyPr>
          <a:lstStyle/>
          <a:p>
            <a:pPr indent="0" lvl="0" marL="0" marR="0" rtl="0" algn="ctr">
              <a:lnSpc>
                <a:spcPct val="78947"/>
              </a:lnSpc>
              <a:spcBef>
                <a:spcPts val="0"/>
              </a:spcBef>
              <a:spcAft>
                <a:spcPts val="0"/>
              </a:spcAft>
              <a:buClr>
                <a:schemeClr val="accent3"/>
              </a:buClr>
              <a:buSzPts val="7600"/>
              <a:buFont typeface="Arial"/>
              <a:buNone/>
            </a:pPr>
            <a:r>
              <a:t/>
            </a:r>
            <a:endParaRPr>
              <a:latin typeface="Oswald"/>
              <a:ea typeface="Oswald"/>
              <a:cs typeface="Oswald"/>
              <a:sym typeface="Oswald"/>
            </a:endParaRPr>
          </a:p>
        </p:txBody>
      </p:sp>
      <p:sp>
        <p:nvSpPr>
          <p:cNvPr descr="Background red visual graphic block" id="537" name="Google Shape;537;p70" title="Background red visual graphic block"/>
          <p:cNvSpPr/>
          <p:nvPr/>
        </p:nvSpPr>
        <p:spPr>
          <a:xfrm>
            <a:off x="12173338" y="7007727"/>
            <a:ext cx="6127200" cy="6716700"/>
          </a:xfrm>
          <a:prstGeom prst="rect">
            <a:avLst/>
          </a:prstGeom>
          <a:solidFill>
            <a:srgbClr val="38761D"/>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descr="Background blue visual graphic block" id="538" name="Google Shape;538;p70" title="Background blue visual graphic block"/>
          <p:cNvSpPr/>
          <p:nvPr/>
        </p:nvSpPr>
        <p:spPr>
          <a:xfrm>
            <a:off x="18300450" y="6999225"/>
            <a:ext cx="6127200" cy="6716700"/>
          </a:xfrm>
          <a:prstGeom prst="rect">
            <a:avLst/>
          </a:prstGeom>
          <a:solidFill>
            <a:schemeClr val="accent4"/>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id="539" name="Google Shape;539;p70"/>
          <p:cNvSpPr txBox="1"/>
          <p:nvPr/>
        </p:nvSpPr>
        <p:spPr>
          <a:xfrm>
            <a:off x="23835359" y="13175866"/>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2000"/>
              <a:buFont typeface="Arial"/>
              <a:buNone/>
            </a:pPr>
            <a:fld id="{00000000-1234-1234-1234-123412341234}" type="slidenum">
              <a:rPr b="1" i="0" lang="en-US" sz="2000" u="none" cap="none" strike="noStrike">
                <a:solidFill>
                  <a:schemeClr val="accent1"/>
                </a:solidFill>
                <a:latin typeface="Arial"/>
                <a:ea typeface="Arial"/>
                <a:cs typeface="Arial"/>
                <a:sym typeface="Arial"/>
              </a:rPr>
              <a:t>‹#›</a:t>
            </a:fld>
            <a:endParaRPr b="1" i="0" sz="2000" u="none" cap="none" strike="noStrike">
              <a:solidFill>
                <a:schemeClr val="accent1"/>
              </a:solidFill>
              <a:latin typeface="Arial"/>
              <a:ea typeface="Arial"/>
              <a:cs typeface="Arial"/>
              <a:sym typeface="Arial"/>
            </a:endParaRPr>
          </a:p>
        </p:txBody>
      </p:sp>
      <p:sp>
        <p:nvSpPr>
          <p:cNvPr id="540" name="Google Shape;540;p70"/>
          <p:cNvSpPr txBox="1"/>
          <p:nvPr/>
        </p:nvSpPr>
        <p:spPr>
          <a:xfrm>
            <a:off x="13952513" y="3949413"/>
            <a:ext cx="8345700" cy="7748400"/>
          </a:xfrm>
          <a:prstGeom prst="rect">
            <a:avLst/>
          </a:prstGeom>
          <a:noFill/>
          <a:ln>
            <a:noFill/>
          </a:ln>
        </p:spPr>
        <p:txBody>
          <a:bodyPr anchorCtr="0" anchor="t" bIns="91425" lIns="91425" spcFirstLastPara="1" rIns="91425" wrap="square" tIns="91425">
            <a:spAutoFit/>
          </a:bodyPr>
          <a:lstStyle/>
          <a:p>
            <a:pPr indent="-457200" lvl="0" marL="457200" rtl="0" algn="l">
              <a:lnSpc>
                <a:spcPct val="115000"/>
              </a:lnSpc>
              <a:spcBef>
                <a:spcPts val="0"/>
              </a:spcBef>
              <a:spcAft>
                <a:spcPts val="0"/>
              </a:spcAft>
              <a:buClr>
                <a:schemeClr val="lt1"/>
              </a:buClr>
              <a:buSzPts val="3600"/>
              <a:buFont typeface="Lato"/>
              <a:buChar char="●"/>
            </a:pPr>
            <a:r>
              <a:rPr b="1" lang="en-US" sz="3600">
                <a:solidFill>
                  <a:schemeClr val="lt1"/>
                </a:solidFill>
                <a:latin typeface="Lato"/>
                <a:ea typeface="Lato"/>
                <a:cs typeface="Lato"/>
                <a:sym typeface="Lato"/>
              </a:rPr>
              <a:t>Two-sided marketplace</a:t>
            </a:r>
            <a:endParaRPr b="1" sz="3600">
              <a:solidFill>
                <a:schemeClr val="lt1"/>
              </a:solidFill>
              <a:latin typeface="Lato"/>
              <a:ea typeface="Lato"/>
              <a:cs typeface="Lato"/>
              <a:sym typeface="Lato"/>
            </a:endParaRPr>
          </a:p>
          <a:p>
            <a:pPr indent="-457200" lvl="1" marL="914400" rtl="0" algn="l">
              <a:lnSpc>
                <a:spcPct val="115000"/>
              </a:lnSpc>
              <a:spcBef>
                <a:spcPts val="0"/>
              </a:spcBef>
              <a:spcAft>
                <a:spcPts val="0"/>
              </a:spcAft>
              <a:buClr>
                <a:schemeClr val="lt1"/>
              </a:buClr>
              <a:buSzPts val="3600"/>
              <a:buFont typeface="Lato"/>
              <a:buChar char="○"/>
            </a:pPr>
            <a:r>
              <a:rPr b="1" lang="en-US" sz="3600">
                <a:solidFill>
                  <a:schemeClr val="lt1"/>
                </a:solidFill>
                <a:latin typeface="Lato"/>
                <a:ea typeface="Lato"/>
                <a:cs typeface="Lato"/>
                <a:sym typeface="Lato"/>
              </a:rPr>
              <a:t>Two distinct user groups</a:t>
            </a:r>
            <a:endParaRPr b="1" sz="3600">
              <a:solidFill>
                <a:schemeClr val="lt1"/>
              </a:solidFill>
              <a:latin typeface="Lato"/>
              <a:ea typeface="Lato"/>
              <a:cs typeface="Lato"/>
              <a:sym typeface="Lato"/>
            </a:endParaRPr>
          </a:p>
          <a:p>
            <a:pPr indent="-457200" lvl="1" marL="914400" rtl="0" algn="l">
              <a:lnSpc>
                <a:spcPct val="115000"/>
              </a:lnSpc>
              <a:spcBef>
                <a:spcPts val="0"/>
              </a:spcBef>
              <a:spcAft>
                <a:spcPts val="0"/>
              </a:spcAft>
              <a:buClr>
                <a:schemeClr val="lt1"/>
              </a:buClr>
              <a:buSzPts val="3600"/>
              <a:buFont typeface="Lato"/>
              <a:buChar char="○"/>
            </a:pPr>
            <a:r>
              <a:rPr b="1" lang="en-US" sz="3600">
                <a:solidFill>
                  <a:schemeClr val="lt1"/>
                </a:solidFill>
                <a:latin typeface="Lato"/>
                <a:ea typeface="Lato"/>
                <a:cs typeface="Lato"/>
                <a:sym typeface="Lato"/>
              </a:rPr>
              <a:t>Value increases as one side grows which makes it more attractive to the other side </a:t>
            </a:r>
            <a:endParaRPr b="1" sz="3600">
              <a:solidFill>
                <a:schemeClr val="lt1"/>
              </a:solidFill>
              <a:latin typeface="Lato"/>
              <a:ea typeface="Lato"/>
              <a:cs typeface="Lato"/>
              <a:sym typeface="Lato"/>
            </a:endParaRPr>
          </a:p>
          <a:p>
            <a:pPr indent="-457200" lvl="0" marL="457200" rtl="0" algn="l">
              <a:lnSpc>
                <a:spcPct val="115000"/>
              </a:lnSpc>
              <a:spcBef>
                <a:spcPts val="0"/>
              </a:spcBef>
              <a:spcAft>
                <a:spcPts val="0"/>
              </a:spcAft>
              <a:buClr>
                <a:schemeClr val="lt1"/>
              </a:buClr>
              <a:buSzPts val="3600"/>
              <a:buFont typeface="Lato"/>
              <a:buChar char="●"/>
            </a:pPr>
            <a:r>
              <a:rPr b="1" lang="en-US" sz="3600">
                <a:solidFill>
                  <a:schemeClr val="lt1"/>
                </a:solidFill>
                <a:latin typeface="Lato"/>
                <a:ea typeface="Lato"/>
                <a:cs typeface="Lato"/>
                <a:sym typeface="Lato"/>
              </a:rPr>
              <a:t>Network effects are cross-side</a:t>
            </a:r>
            <a:endParaRPr b="1" sz="3600">
              <a:solidFill>
                <a:schemeClr val="lt1"/>
              </a:solidFill>
              <a:latin typeface="Lato"/>
              <a:ea typeface="Lato"/>
              <a:cs typeface="Lato"/>
              <a:sym typeface="Lato"/>
            </a:endParaRPr>
          </a:p>
          <a:p>
            <a:pPr indent="-457200" lvl="1" marL="914400" rtl="0" algn="l">
              <a:lnSpc>
                <a:spcPct val="115000"/>
              </a:lnSpc>
              <a:spcBef>
                <a:spcPts val="0"/>
              </a:spcBef>
              <a:spcAft>
                <a:spcPts val="0"/>
              </a:spcAft>
              <a:buClr>
                <a:schemeClr val="lt1"/>
              </a:buClr>
              <a:buSzPts val="3600"/>
              <a:buFont typeface="Lato"/>
              <a:buChar char="○"/>
            </a:pPr>
            <a:r>
              <a:rPr b="1" lang="en-US" sz="3600">
                <a:solidFill>
                  <a:schemeClr val="lt1"/>
                </a:solidFill>
                <a:latin typeface="Lato"/>
                <a:ea typeface="Lato"/>
                <a:cs typeface="Lato"/>
                <a:sym typeface="Lato"/>
              </a:rPr>
              <a:t>As one side grows, the plaform becomes more attractive to the other side</a:t>
            </a:r>
            <a:endParaRPr b="1" sz="3600">
              <a:solidFill>
                <a:schemeClr val="lt1"/>
              </a:solidFill>
              <a:latin typeface="Lato"/>
              <a:ea typeface="Lato"/>
              <a:cs typeface="Lato"/>
              <a:sym typeface="Lato"/>
            </a:endParaRPr>
          </a:p>
          <a:p>
            <a:pPr indent="-457200" lvl="1" marL="914400" rtl="0" algn="l">
              <a:lnSpc>
                <a:spcPct val="115000"/>
              </a:lnSpc>
              <a:spcBef>
                <a:spcPts val="0"/>
              </a:spcBef>
              <a:spcAft>
                <a:spcPts val="0"/>
              </a:spcAft>
              <a:buClr>
                <a:schemeClr val="lt1"/>
              </a:buClr>
              <a:buSzPts val="3600"/>
              <a:buFont typeface="Lato"/>
              <a:buChar char="○"/>
            </a:pPr>
            <a:r>
              <a:rPr b="1" lang="en-US" sz="3600">
                <a:solidFill>
                  <a:schemeClr val="lt1"/>
                </a:solidFill>
                <a:latin typeface="Lato"/>
                <a:ea typeface="Lato"/>
                <a:cs typeface="Lato"/>
                <a:sym typeface="Lato"/>
              </a:rPr>
              <a:t>Virtuous loop</a:t>
            </a:r>
            <a:endParaRPr b="1" sz="3600">
              <a:solidFill>
                <a:schemeClr val="lt1"/>
              </a:solidFill>
              <a:latin typeface="Lato"/>
              <a:ea typeface="Lato"/>
              <a:cs typeface="Lato"/>
              <a:sym typeface="Lato"/>
            </a:endParaRPr>
          </a:p>
          <a:p>
            <a:pPr indent="-457200" lvl="0" marL="457200" rtl="0" algn="l">
              <a:lnSpc>
                <a:spcPct val="115000"/>
              </a:lnSpc>
              <a:spcBef>
                <a:spcPts val="0"/>
              </a:spcBef>
              <a:spcAft>
                <a:spcPts val="0"/>
              </a:spcAft>
              <a:buClr>
                <a:schemeClr val="lt1"/>
              </a:buClr>
              <a:buSzPts val="3600"/>
              <a:buFont typeface="Lato"/>
              <a:buChar char="●"/>
            </a:pPr>
            <a:r>
              <a:rPr b="1" lang="en-US" sz="3600">
                <a:solidFill>
                  <a:schemeClr val="lt1"/>
                </a:solidFill>
                <a:latin typeface="Lato"/>
                <a:ea typeface="Lato"/>
                <a:cs typeface="Lato"/>
                <a:sym typeface="Lato"/>
              </a:rPr>
              <a:t>Amazon, Uber, Airbnb, App Store, Etsy, Dating Apps, Visa </a:t>
            </a:r>
            <a:endParaRPr b="1" sz="3600">
              <a:solidFill>
                <a:schemeClr val="lt1"/>
              </a:solidFill>
              <a:latin typeface="Lato"/>
              <a:ea typeface="Lato"/>
              <a:cs typeface="Lato"/>
              <a:sym typeface="Lato"/>
            </a:endParaRPr>
          </a:p>
        </p:txBody>
      </p:sp>
      <p:pic>
        <p:nvPicPr>
          <p:cNvPr id="541" name="Google Shape;541;p70"/>
          <p:cNvPicPr preferRelativeResize="0"/>
          <p:nvPr/>
        </p:nvPicPr>
        <p:blipFill>
          <a:blip r:embed="rId4">
            <a:alphaModFix/>
          </a:blip>
          <a:stretch>
            <a:fillRect/>
          </a:stretch>
        </p:blipFill>
        <p:spPr>
          <a:xfrm>
            <a:off x="348475" y="4081300"/>
            <a:ext cx="12590123" cy="65479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545" name="Shape 545"/>
        <p:cNvGrpSpPr/>
        <p:nvPr/>
      </p:nvGrpSpPr>
      <p:grpSpPr>
        <a:xfrm>
          <a:off x="0" y="0"/>
          <a:ext cx="0" cy="0"/>
          <a:chOff x="0" y="0"/>
          <a:chExt cx="0" cy="0"/>
        </a:xfrm>
      </p:grpSpPr>
      <p:sp>
        <p:nvSpPr>
          <p:cNvPr id="546" name="Google Shape;546;p71"/>
          <p:cNvSpPr txBox="1"/>
          <p:nvPr/>
        </p:nvSpPr>
        <p:spPr>
          <a:xfrm>
            <a:off x="23835359" y="13175866"/>
            <a:ext cx="548700" cy="548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2"/>
              </a:buClr>
              <a:buSzPts val="2000"/>
              <a:buFont typeface="Arial"/>
              <a:buNone/>
            </a:pPr>
            <a:fld id="{00000000-1234-1234-1234-123412341234}" type="slidenum">
              <a:rPr b="1" i="0" lang="en-US" sz="2000" u="none" cap="none" strike="noStrike">
                <a:solidFill>
                  <a:schemeClr val="accent2"/>
                </a:solidFill>
                <a:latin typeface="Arial"/>
                <a:ea typeface="Arial"/>
                <a:cs typeface="Arial"/>
                <a:sym typeface="Arial"/>
              </a:rPr>
              <a:t>‹#›</a:t>
            </a:fld>
            <a:endParaRPr b="1" i="0" sz="2000" u="none" cap="none" strike="noStrike">
              <a:solidFill>
                <a:schemeClr val="accent2"/>
              </a:solidFill>
              <a:latin typeface="Arial"/>
              <a:ea typeface="Arial"/>
              <a:cs typeface="Arial"/>
              <a:sym typeface="Arial"/>
            </a:endParaRPr>
          </a:p>
        </p:txBody>
      </p:sp>
      <p:pic>
        <p:nvPicPr>
          <p:cNvPr id="547" name="Google Shape;547;p71"/>
          <p:cNvPicPr preferRelativeResize="0"/>
          <p:nvPr/>
        </p:nvPicPr>
        <p:blipFill rotWithShape="1">
          <a:blip r:embed="rId3">
            <a:alphaModFix/>
          </a:blip>
          <a:srcRect b="2821" l="0" r="0" t="2821"/>
          <a:stretch/>
        </p:blipFill>
        <p:spPr>
          <a:xfrm>
            <a:off x="348487" y="507417"/>
            <a:ext cx="500717" cy="483759"/>
          </a:xfrm>
          <a:prstGeom prst="rect">
            <a:avLst/>
          </a:prstGeom>
          <a:noFill/>
          <a:ln>
            <a:noFill/>
          </a:ln>
        </p:spPr>
      </p:pic>
      <p:sp>
        <p:nvSpPr>
          <p:cNvPr id="548" name="Google Shape;548;p71"/>
          <p:cNvSpPr txBox="1"/>
          <p:nvPr/>
        </p:nvSpPr>
        <p:spPr>
          <a:xfrm>
            <a:off x="1224212" y="549243"/>
            <a:ext cx="8083500" cy="40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600"/>
              <a:buFont typeface="Arial"/>
              <a:buNone/>
            </a:pPr>
            <a:r>
              <a:rPr b="1" lang="en-US" sz="2600">
                <a:solidFill>
                  <a:schemeClr val="accent3"/>
                </a:solidFill>
              </a:rPr>
              <a:t>BA336: Information Systems and Technology </a:t>
            </a:r>
            <a:endParaRPr b="1" i="0" sz="2600" u="none" cap="none" strike="noStrike">
              <a:solidFill>
                <a:schemeClr val="accent3"/>
              </a:solidFill>
              <a:latin typeface="Arial"/>
              <a:ea typeface="Arial"/>
              <a:cs typeface="Arial"/>
              <a:sym typeface="Arial"/>
            </a:endParaRPr>
          </a:p>
        </p:txBody>
      </p:sp>
      <p:sp>
        <p:nvSpPr>
          <p:cNvPr id="549" name="Google Shape;549;p71"/>
          <p:cNvSpPr txBox="1"/>
          <p:nvPr/>
        </p:nvSpPr>
        <p:spPr>
          <a:xfrm>
            <a:off x="683900" y="1751525"/>
            <a:ext cx="22371900" cy="25224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chemeClr val="accent1"/>
              </a:buClr>
              <a:buSzPts val="10000"/>
              <a:buFont typeface="Arial"/>
              <a:buNone/>
            </a:pPr>
            <a:r>
              <a:rPr b="1" i="1" lang="en-US" sz="7800">
                <a:solidFill>
                  <a:schemeClr val="dk1"/>
                </a:solidFill>
                <a:latin typeface="Archivo Narrow"/>
                <a:ea typeface="Archivo Narrow"/>
                <a:cs typeface="Archivo Narrow"/>
                <a:sym typeface="Archivo Narrow"/>
              </a:rPr>
              <a:t>Why Late Movers Struggle In Network Effect Markets</a:t>
            </a:r>
            <a:endParaRPr sz="7800">
              <a:solidFill>
                <a:schemeClr val="dk1"/>
              </a:solidFill>
              <a:latin typeface="Archivo Narrow"/>
              <a:ea typeface="Archivo Narrow"/>
              <a:cs typeface="Archivo Narrow"/>
              <a:sym typeface="Archivo Narrow"/>
            </a:endParaRPr>
          </a:p>
        </p:txBody>
      </p:sp>
      <p:sp>
        <p:nvSpPr>
          <p:cNvPr id="550" name="Google Shape;550;p71"/>
          <p:cNvSpPr txBox="1"/>
          <p:nvPr/>
        </p:nvSpPr>
        <p:spPr>
          <a:xfrm>
            <a:off x="977000" y="3302177"/>
            <a:ext cx="10197600" cy="7675500"/>
          </a:xfrm>
          <a:prstGeom prst="rect">
            <a:avLst/>
          </a:prstGeom>
          <a:noFill/>
          <a:ln>
            <a:noFill/>
          </a:ln>
        </p:spPr>
        <p:txBody>
          <a:bodyPr anchorCtr="0" anchor="t" bIns="0" lIns="0" spcFirstLastPara="1" rIns="0" wrap="square" tIns="0">
            <a:noAutofit/>
          </a:bodyPr>
          <a:lstStyle/>
          <a:p>
            <a:pPr indent="-482600" lvl="0" marL="45720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Early competition is </a:t>
            </a:r>
            <a:r>
              <a:rPr b="1" lang="en-US" sz="4000">
                <a:solidFill>
                  <a:schemeClr val="dk2"/>
                </a:solidFill>
                <a:latin typeface="Archivo"/>
                <a:ea typeface="Archivo"/>
                <a:cs typeface="Archivo"/>
                <a:sym typeface="Archivo"/>
              </a:rPr>
              <a:t>fierce</a:t>
            </a:r>
            <a:r>
              <a:rPr lang="en-US" sz="4000">
                <a:solidFill>
                  <a:schemeClr val="dk2"/>
                </a:solidFill>
                <a:latin typeface="Archivo"/>
                <a:ea typeface="Archivo"/>
                <a:cs typeface="Archivo"/>
                <a:sym typeface="Archivo"/>
              </a:rPr>
              <a:t> as companies build marketshare </a:t>
            </a:r>
            <a:endParaRPr sz="4000">
              <a:solidFill>
                <a:schemeClr val="dk2"/>
              </a:solidFill>
              <a:latin typeface="Archivo"/>
              <a:ea typeface="Archivo"/>
              <a:cs typeface="Archivo"/>
              <a:sym typeface="Archivo"/>
            </a:endParaRPr>
          </a:p>
          <a:p>
            <a:pPr indent="-482600" lvl="1" marL="91440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Facebook, MySpace, Friendster, Hi5</a:t>
            </a:r>
            <a:endParaRPr sz="4000">
              <a:solidFill>
                <a:schemeClr val="dk2"/>
              </a:solidFill>
              <a:latin typeface="Archivo"/>
              <a:ea typeface="Archivo"/>
              <a:cs typeface="Archivo"/>
              <a:sym typeface="Archivo"/>
            </a:endParaRPr>
          </a:p>
          <a:p>
            <a:pPr indent="-482600" lvl="1" marL="91440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Aggressively trying to build the “network”</a:t>
            </a:r>
            <a:endParaRPr sz="4000">
              <a:solidFill>
                <a:schemeClr val="dk2"/>
              </a:solidFill>
              <a:latin typeface="Archivo"/>
              <a:ea typeface="Archivo"/>
              <a:cs typeface="Archivo"/>
              <a:sym typeface="Archivo"/>
            </a:endParaRPr>
          </a:p>
          <a:p>
            <a:pPr indent="-482600" lvl="0" marL="45720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Once you’ve achieved </a:t>
            </a:r>
            <a:r>
              <a:rPr lang="en-US" sz="4000">
                <a:solidFill>
                  <a:schemeClr val="dk2"/>
                </a:solidFill>
                <a:latin typeface="Archivo"/>
                <a:ea typeface="Archivo"/>
                <a:cs typeface="Archivo"/>
                <a:sym typeface="Archivo"/>
              </a:rPr>
              <a:t>market share</a:t>
            </a:r>
            <a:r>
              <a:rPr lang="en-US" sz="4000">
                <a:solidFill>
                  <a:schemeClr val="dk2"/>
                </a:solidFill>
                <a:latin typeface="Archivo"/>
                <a:ea typeface="Archivo"/>
                <a:cs typeface="Archivo"/>
                <a:sym typeface="Archivo"/>
              </a:rPr>
              <a:t>, new users strongly favor the market leader</a:t>
            </a:r>
            <a:endParaRPr sz="4000">
              <a:solidFill>
                <a:schemeClr val="dk2"/>
              </a:solidFill>
              <a:latin typeface="Archivo"/>
              <a:ea typeface="Archivo"/>
              <a:cs typeface="Archivo"/>
              <a:sym typeface="Archivo"/>
            </a:endParaRPr>
          </a:p>
          <a:p>
            <a:pPr indent="-482600" lvl="0" marL="45720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Switching costs for social media users? </a:t>
            </a:r>
            <a:endParaRPr sz="4000">
              <a:solidFill>
                <a:schemeClr val="dk2"/>
              </a:solidFill>
              <a:latin typeface="Archivo"/>
              <a:ea typeface="Archivo"/>
              <a:cs typeface="Archivo"/>
              <a:sym typeface="Archivo"/>
            </a:endParaRPr>
          </a:p>
          <a:p>
            <a:pPr indent="-482600" lvl="0" marL="45720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This can lead to monopoly like power and behavior </a:t>
            </a:r>
            <a:endParaRPr sz="4000">
              <a:solidFill>
                <a:schemeClr val="dk2"/>
              </a:solidFill>
              <a:latin typeface="Archivo"/>
              <a:ea typeface="Archivo"/>
              <a:cs typeface="Archivo"/>
              <a:sym typeface="Archivo"/>
            </a:endParaRPr>
          </a:p>
          <a:p>
            <a:pPr indent="-482600" lvl="1" marL="91440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Microsoft, Google, Amazon (Amazon Basics), Facebook</a:t>
            </a:r>
            <a:endParaRPr sz="4000">
              <a:solidFill>
                <a:schemeClr val="dk2"/>
              </a:solidFill>
              <a:latin typeface="Archivo"/>
              <a:ea typeface="Archivo"/>
              <a:cs typeface="Archivo"/>
              <a:sym typeface="Archivo"/>
            </a:endParaRPr>
          </a:p>
          <a:p>
            <a:pPr indent="0" lvl="0" marL="0" rtl="0" algn="l">
              <a:lnSpc>
                <a:spcPct val="140000"/>
              </a:lnSpc>
              <a:spcBef>
                <a:spcPts val="0"/>
              </a:spcBef>
              <a:spcAft>
                <a:spcPts val="0"/>
              </a:spcAft>
              <a:buNone/>
            </a:pPr>
            <a:r>
              <a:t/>
            </a:r>
            <a:endParaRPr baseline="30000" sz="4000">
              <a:solidFill>
                <a:schemeClr val="dk2"/>
              </a:solidFill>
              <a:latin typeface="Archivo"/>
              <a:ea typeface="Archivo"/>
              <a:cs typeface="Archivo"/>
              <a:sym typeface="Archivo"/>
            </a:endParaRPr>
          </a:p>
        </p:txBody>
      </p:sp>
      <p:pic>
        <p:nvPicPr>
          <p:cNvPr id="551" name="Google Shape;551;p71"/>
          <p:cNvPicPr preferRelativeResize="0"/>
          <p:nvPr/>
        </p:nvPicPr>
        <p:blipFill>
          <a:blip r:embed="rId4">
            <a:alphaModFix/>
          </a:blip>
          <a:stretch>
            <a:fillRect/>
          </a:stretch>
        </p:blipFill>
        <p:spPr>
          <a:xfrm>
            <a:off x="11720691" y="4068750"/>
            <a:ext cx="11461699" cy="74692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555" name="Shape 555"/>
        <p:cNvGrpSpPr/>
        <p:nvPr/>
      </p:nvGrpSpPr>
      <p:grpSpPr>
        <a:xfrm>
          <a:off x="0" y="0"/>
          <a:ext cx="0" cy="0"/>
          <a:chOff x="0" y="0"/>
          <a:chExt cx="0" cy="0"/>
        </a:xfrm>
      </p:grpSpPr>
      <p:sp>
        <p:nvSpPr>
          <p:cNvPr id="556" name="Google Shape;556;p72"/>
          <p:cNvSpPr txBox="1"/>
          <p:nvPr/>
        </p:nvSpPr>
        <p:spPr>
          <a:xfrm>
            <a:off x="23835359" y="13175866"/>
            <a:ext cx="548700" cy="5487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2"/>
              </a:buClr>
              <a:buSzPts val="2000"/>
              <a:buFont typeface="Arial"/>
              <a:buNone/>
            </a:pPr>
            <a:fld id="{00000000-1234-1234-1234-123412341234}" type="slidenum">
              <a:rPr b="1" i="0" lang="en-US" sz="2000" u="none" cap="none" strike="noStrike">
                <a:solidFill>
                  <a:schemeClr val="accent2"/>
                </a:solidFill>
                <a:latin typeface="Arial"/>
                <a:ea typeface="Arial"/>
                <a:cs typeface="Arial"/>
                <a:sym typeface="Arial"/>
              </a:rPr>
              <a:t>‹#›</a:t>
            </a:fld>
            <a:endParaRPr b="1" i="0" sz="2000" u="none" cap="none" strike="noStrike">
              <a:solidFill>
                <a:schemeClr val="accent2"/>
              </a:solidFill>
              <a:latin typeface="Arial"/>
              <a:ea typeface="Arial"/>
              <a:cs typeface="Arial"/>
              <a:sym typeface="Arial"/>
            </a:endParaRPr>
          </a:p>
        </p:txBody>
      </p:sp>
      <p:pic>
        <p:nvPicPr>
          <p:cNvPr id="557" name="Google Shape;557;p72"/>
          <p:cNvPicPr preferRelativeResize="0"/>
          <p:nvPr/>
        </p:nvPicPr>
        <p:blipFill rotWithShape="1">
          <a:blip r:embed="rId3">
            <a:alphaModFix/>
          </a:blip>
          <a:srcRect b="2821" l="0" r="0" t="2821"/>
          <a:stretch/>
        </p:blipFill>
        <p:spPr>
          <a:xfrm>
            <a:off x="348487" y="507417"/>
            <a:ext cx="500717" cy="483759"/>
          </a:xfrm>
          <a:prstGeom prst="rect">
            <a:avLst/>
          </a:prstGeom>
          <a:noFill/>
          <a:ln>
            <a:noFill/>
          </a:ln>
        </p:spPr>
      </p:pic>
      <p:sp>
        <p:nvSpPr>
          <p:cNvPr id="558" name="Google Shape;558;p72"/>
          <p:cNvSpPr txBox="1"/>
          <p:nvPr/>
        </p:nvSpPr>
        <p:spPr>
          <a:xfrm>
            <a:off x="1224212" y="549243"/>
            <a:ext cx="8083500" cy="40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600"/>
              <a:buFont typeface="Arial"/>
              <a:buNone/>
            </a:pPr>
            <a:r>
              <a:rPr b="1" lang="en-US" sz="2600">
                <a:solidFill>
                  <a:schemeClr val="accent3"/>
                </a:solidFill>
              </a:rPr>
              <a:t>BA336: Information Systems and Technology </a:t>
            </a:r>
            <a:endParaRPr b="1" i="0" sz="2600" u="none" cap="none" strike="noStrike">
              <a:solidFill>
                <a:schemeClr val="accent3"/>
              </a:solidFill>
              <a:latin typeface="Arial"/>
              <a:ea typeface="Arial"/>
              <a:cs typeface="Arial"/>
              <a:sym typeface="Arial"/>
            </a:endParaRPr>
          </a:p>
        </p:txBody>
      </p:sp>
      <p:sp>
        <p:nvSpPr>
          <p:cNvPr id="559" name="Google Shape;559;p72"/>
          <p:cNvSpPr txBox="1"/>
          <p:nvPr/>
        </p:nvSpPr>
        <p:spPr>
          <a:xfrm>
            <a:off x="1141400" y="1855075"/>
            <a:ext cx="15415500" cy="25224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chemeClr val="accent1"/>
              </a:buClr>
              <a:buSzPts val="10000"/>
              <a:buFont typeface="Arial"/>
              <a:buNone/>
            </a:pPr>
            <a:r>
              <a:rPr b="1" i="1" lang="en-US" sz="7800">
                <a:solidFill>
                  <a:schemeClr val="dk1"/>
                </a:solidFill>
                <a:latin typeface="Archivo Narrow"/>
                <a:ea typeface="Archivo Narrow"/>
                <a:cs typeface="Archivo Narrow"/>
                <a:sym typeface="Archivo Narrow"/>
              </a:rPr>
              <a:t>Examples of Monopoly Like Behavior </a:t>
            </a:r>
            <a:endParaRPr sz="7800">
              <a:solidFill>
                <a:schemeClr val="dk1"/>
              </a:solidFill>
              <a:latin typeface="Archivo Narrow"/>
              <a:ea typeface="Archivo Narrow"/>
              <a:cs typeface="Archivo Narrow"/>
              <a:sym typeface="Archivo Narrow"/>
            </a:endParaRPr>
          </a:p>
        </p:txBody>
      </p:sp>
      <p:sp>
        <p:nvSpPr>
          <p:cNvPr id="560" name="Google Shape;560;p72"/>
          <p:cNvSpPr txBox="1"/>
          <p:nvPr/>
        </p:nvSpPr>
        <p:spPr>
          <a:xfrm>
            <a:off x="977000" y="3225977"/>
            <a:ext cx="10197600" cy="7675500"/>
          </a:xfrm>
          <a:prstGeom prst="rect">
            <a:avLst/>
          </a:prstGeom>
          <a:noFill/>
          <a:ln>
            <a:noFill/>
          </a:ln>
        </p:spPr>
        <p:txBody>
          <a:bodyPr anchorCtr="0" anchor="t" bIns="0" lIns="0" spcFirstLastPara="1" rIns="0" wrap="square" tIns="0">
            <a:noAutofit/>
          </a:bodyPr>
          <a:lstStyle/>
          <a:p>
            <a:pPr indent="-482600" lvl="0" marL="45720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Amazon</a:t>
            </a:r>
            <a:endParaRPr sz="4000">
              <a:solidFill>
                <a:schemeClr val="dk2"/>
              </a:solidFill>
              <a:latin typeface="Archivo"/>
              <a:ea typeface="Archivo"/>
              <a:cs typeface="Archivo"/>
              <a:sym typeface="Archivo"/>
            </a:endParaRPr>
          </a:p>
          <a:p>
            <a:pPr indent="-482600" lvl="1" marL="91440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Accused of using seller data to launch </a:t>
            </a:r>
            <a:r>
              <a:rPr lang="en-US" sz="4000">
                <a:solidFill>
                  <a:schemeClr val="dk2"/>
                </a:solidFill>
                <a:latin typeface="Archivo"/>
                <a:ea typeface="Archivo"/>
                <a:cs typeface="Archivo"/>
                <a:sym typeface="Archivo"/>
              </a:rPr>
              <a:t>competing</a:t>
            </a:r>
            <a:r>
              <a:rPr lang="en-US" sz="4000">
                <a:solidFill>
                  <a:schemeClr val="dk2"/>
                </a:solidFill>
                <a:latin typeface="Archivo"/>
                <a:ea typeface="Archivo"/>
                <a:cs typeface="Archivo"/>
                <a:sym typeface="Archivo"/>
              </a:rPr>
              <a:t> products (Amazon Basics)</a:t>
            </a:r>
            <a:endParaRPr sz="4000">
              <a:solidFill>
                <a:schemeClr val="dk2"/>
              </a:solidFill>
              <a:latin typeface="Archivo"/>
              <a:ea typeface="Archivo"/>
              <a:cs typeface="Archivo"/>
              <a:sym typeface="Archivo"/>
            </a:endParaRPr>
          </a:p>
          <a:p>
            <a:pPr indent="-482600" lvl="0" marL="45720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Facebook</a:t>
            </a:r>
            <a:endParaRPr sz="4000">
              <a:solidFill>
                <a:schemeClr val="dk2"/>
              </a:solidFill>
              <a:latin typeface="Archivo"/>
              <a:ea typeface="Archivo"/>
              <a:cs typeface="Archivo"/>
              <a:sym typeface="Archivo"/>
            </a:endParaRPr>
          </a:p>
          <a:p>
            <a:pPr indent="-482600" lvl="1" marL="91440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Acquiring IG and WhatsApp = large share of attention gives ability to control the flow of news. </a:t>
            </a:r>
            <a:endParaRPr sz="4000">
              <a:solidFill>
                <a:schemeClr val="dk2"/>
              </a:solidFill>
              <a:latin typeface="Archivo"/>
              <a:ea typeface="Archivo"/>
              <a:cs typeface="Archivo"/>
              <a:sym typeface="Archivo"/>
            </a:endParaRPr>
          </a:p>
          <a:p>
            <a:pPr indent="-482600" lvl="1" marL="91440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Acquiring potential rivals before they are </a:t>
            </a:r>
            <a:r>
              <a:rPr lang="en-US" sz="4000">
                <a:solidFill>
                  <a:schemeClr val="dk2"/>
                </a:solidFill>
                <a:latin typeface="Archivo"/>
                <a:ea typeface="Archivo"/>
                <a:cs typeface="Archivo"/>
                <a:sym typeface="Archivo"/>
              </a:rPr>
              <a:t>rivals </a:t>
            </a:r>
            <a:endParaRPr sz="4000">
              <a:solidFill>
                <a:schemeClr val="dk2"/>
              </a:solidFill>
              <a:latin typeface="Archivo"/>
              <a:ea typeface="Archivo"/>
              <a:cs typeface="Archivo"/>
              <a:sym typeface="Archivo"/>
            </a:endParaRPr>
          </a:p>
          <a:p>
            <a:pPr indent="-482600" lvl="0" marL="45720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Google 90% of global search </a:t>
            </a:r>
            <a:endParaRPr sz="4000">
              <a:solidFill>
                <a:schemeClr val="dk2"/>
              </a:solidFill>
              <a:latin typeface="Archivo"/>
              <a:ea typeface="Archivo"/>
              <a:cs typeface="Archivo"/>
              <a:sym typeface="Archivo"/>
            </a:endParaRPr>
          </a:p>
          <a:p>
            <a:pPr indent="-482600" lvl="1" marL="91440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Favoring Google products in search results</a:t>
            </a:r>
            <a:endParaRPr sz="4000">
              <a:solidFill>
                <a:schemeClr val="dk2"/>
              </a:solidFill>
              <a:latin typeface="Archivo"/>
              <a:ea typeface="Archivo"/>
              <a:cs typeface="Archivo"/>
              <a:sym typeface="Archivo"/>
            </a:endParaRPr>
          </a:p>
          <a:p>
            <a:pPr indent="0" lvl="0" marL="0" rtl="0" algn="l">
              <a:lnSpc>
                <a:spcPct val="140000"/>
              </a:lnSpc>
              <a:spcBef>
                <a:spcPts val="0"/>
              </a:spcBef>
              <a:spcAft>
                <a:spcPts val="0"/>
              </a:spcAft>
              <a:buNone/>
            </a:pPr>
            <a:r>
              <a:t/>
            </a:r>
            <a:endParaRPr baseline="30000" sz="4000">
              <a:solidFill>
                <a:schemeClr val="dk2"/>
              </a:solidFill>
              <a:latin typeface="Archivo"/>
              <a:ea typeface="Archivo"/>
              <a:cs typeface="Archivo"/>
              <a:sym typeface="Archivo"/>
            </a:endParaRPr>
          </a:p>
        </p:txBody>
      </p:sp>
      <p:pic>
        <p:nvPicPr>
          <p:cNvPr id="561" name="Google Shape;561;p72"/>
          <p:cNvPicPr preferRelativeResize="0"/>
          <p:nvPr/>
        </p:nvPicPr>
        <p:blipFill>
          <a:blip r:embed="rId4">
            <a:alphaModFix/>
          </a:blip>
          <a:stretch>
            <a:fillRect/>
          </a:stretch>
        </p:blipFill>
        <p:spPr>
          <a:xfrm>
            <a:off x="11868700" y="4377475"/>
            <a:ext cx="11430000" cy="76200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alpha val="0"/>
          </a:schemeClr>
        </a:solidFill>
      </p:bgPr>
    </p:bg>
    <p:spTree>
      <p:nvGrpSpPr>
        <p:cNvPr id="565" name="Shape 565"/>
        <p:cNvGrpSpPr/>
        <p:nvPr/>
      </p:nvGrpSpPr>
      <p:grpSpPr>
        <a:xfrm>
          <a:off x="0" y="0"/>
          <a:ext cx="0" cy="0"/>
          <a:chOff x="0" y="0"/>
          <a:chExt cx="0" cy="0"/>
        </a:xfrm>
      </p:grpSpPr>
      <p:pic>
        <p:nvPicPr>
          <p:cNvPr id="566" name="Google Shape;566;p73"/>
          <p:cNvPicPr preferRelativeResize="0"/>
          <p:nvPr/>
        </p:nvPicPr>
        <p:blipFill rotWithShape="1">
          <a:blip r:embed="rId3">
            <a:alphaModFix/>
          </a:blip>
          <a:srcRect b="1579" l="0" r="0" t="1569"/>
          <a:stretch/>
        </p:blipFill>
        <p:spPr>
          <a:xfrm>
            <a:off x="342431" y="499915"/>
            <a:ext cx="547744" cy="541653"/>
          </a:xfrm>
          <a:prstGeom prst="rect">
            <a:avLst/>
          </a:prstGeom>
          <a:noFill/>
          <a:ln>
            <a:noFill/>
          </a:ln>
        </p:spPr>
      </p:pic>
      <p:sp>
        <p:nvSpPr>
          <p:cNvPr id="567" name="Google Shape;567;p73"/>
          <p:cNvSpPr txBox="1"/>
          <p:nvPr/>
        </p:nvSpPr>
        <p:spPr>
          <a:xfrm>
            <a:off x="1224212" y="549243"/>
            <a:ext cx="8083500" cy="40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2600"/>
              <a:buFont typeface="Arial"/>
              <a:buNone/>
            </a:pPr>
            <a:r>
              <a:rPr b="1" lang="en-US" sz="2600">
                <a:solidFill>
                  <a:schemeClr val="dk2"/>
                </a:solidFill>
                <a:latin typeface="Archivo"/>
                <a:ea typeface="Archivo"/>
                <a:cs typeface="Archivo"/>
                <a:sym typeface="Archivo"/>
              </a:rPr>
              <a:t>BA 336: Essentials of Information Systems</a:t>
            </a:r>
            <a:endParaRPr b="1" i="0" sz="2600" u="none" cap="none" strike="noStrike">
              <a:solidFill>
                <a:schemeClr val="dk2"/>
              </a:solidFill>
              <a:latin typeface="Archivo"/>
              <a:ea typeface="Archivo"/>
              <a:cs typeface="Archivo"/>
              <a:sym typeface="Archivo"/>
            </a:endParaRPr>
          </a:p>
        </p:txBody>
      </p:sp>
      <p:sp>
        <p:nvSpPr>
          <p:cNvPr id="568" name="Google Shape;568;p73"/>
          <p:cNvSpPr txBox="1"/>
          <p:nvPr/>
        </p:nvSpPr>
        <p:spPr>
          <a:xfrm>
            <a:off x="1157425" y="2124975"/>
            <a:ext cx="8701200" cy="15234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chemeClr val="accent1"/>
              </a:buClr>
              <a:buSzPts val="10000"/>
              <a:buFont typeface="Arial"/>
              <a:buNone/>
            </a:pPr>
            <a:r>
              <a:rPr b="1" i="1" lang="en-US" sz="9000">
                <a:solidFill>
                  <a:schemeClr val="accent1"/>
                </a:solidFill>
                <a:latin typeface="Archivo Narrow"/>
                <a:ea typeface="Archivo Narrow"/>
                <a:cs typeface="Archivo Narrow"/>
                <a:sym typeface="Archivo Narrow"/>
              </a:rPr>
              <a:t>The Story of Zoom</a:t>
            </a:r>
            <a:r>
              <a:rPr b="1" i="1" lang="en-US" sz="9000">
                <a:solidFill>
                  <a:schemeClr val="accent1"/>
                </a:solidFill>
                <a:latin typeface="Archivo Narrow"/>
                <a:ea typeface="Archivo Narrow"/>
                <a:cs typeface="Archivo Narrow"/>
                <a:sym typeface="Archivo Narrow"/>
              </a:rPr>
              <a:t> </a:t>
            </a:r>
            <a:endParaRPr sz="9000">
              <a:latin typeface="Archivo Narrow"/>
              <a:ea typeface="Archivo Narrow"/>
              <a:cs typeface="Archivo Narrow"/>
              <a:sym typeface="Archivo Narrow"/>
            </a:endParaRPr>
          </a:p>
        </p:txBody>
      </p:sp>
      <p:sp>
        <p:nvSpPr>
          <p:cNvPr id="569" name="Google Shape;569;p73"/>
          <p:cNvSpPr txBox="1"/>
          <p:nvPr/>
        </p:nvSpPr>
        <p:spPr>
          <a:xfrm>
            <a:off x="1217693" y="4823925"/>
            <a:ext cx="18968400" cy="8463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accent1"/>
              </a:buClr>
              <a:buSzPts val="4000"/>
              <a:buFont typeface="Ultra"/>
              <a:buNone/>
            </a:pPr>
            <a:r>
              <a:t/>
            </a:r>
            <a:endParaRPr b="1" sz="4200">
              <a:latin typeface="Archivo Narrow"/>
              <a:ea typeface="Archivo Narrow"/>
              <a:cs typeface="Archivo Narrow"/>
              <a:sym typeface="Archivo Narrow"/>
            </a:endParaRPr>
          </a:p>
        </p:txBody>
      </p:sp>
      <p:sp>
        <p:nvSpPr>
          <p:cNvPr id="570" name="Google Shape;570;p73"/>
          <p:cNvSpPr txBox="1"/>
          <p:nvPr/>
        </p:nvSpPr>
        <p:spPr>
          <a:xfrm>
            <a:off x="13081200" y="3709925"/>
            <a:ext cx="9346200" cy="7669800"/>
          </a:xfrm>
          <a:prstGeom prst="rect">
            <a:avLst/>
          </a:prstGeom>
          <a:noFill/>
          <a:ln>
            <a:noFill/>
          </a:ln>
        </p:spPr>
        <p:txBody>
          <a:bodyPr anchorCtr="0" anchor="t" bIns="0" lIns="0" spcFirstLastPara="1" rIns="0" wrap="square" tIns="0">
            <a:noAutofit/>
          </a:bodyPr>
          <a:lstStyle/>
          <a:p>
            <a:pPr indent="-482600" lvl="0" marL="45720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Example of technological leapfrogging</a:t>
            </a:r>
            <a:endParaRPr sz="4000">
              <a:solidFill>
                <a:schemeClr val="dk2"/>
              </a:solidFill>
              <a:latin typeface="Archivo"/>
              <a:ea typeface="Archivo"/>
              <a:cs typeface="Archivo"/>
              <a:sym typeface="Archivo"/>
            </a:endParaRPr>
          </a:p>
          <a:p>
            <a:pPr indent="-482600" lvl="0" marL="45720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New entrant in a Network Effect market </a:t>
            </a:r>
            <a:endParaRPr sz="4000">
              <a:solidFill>
                <a:schemeClr val="dk2"/>
              </a:solidFill>
              <a:latin typeface="Archivo"/>
              <a:ea typeface="Archivo"/>
              <a:cs typeface="Archivo"/>
              <a:sym typeface="Archivo"/>
            </a:endParaRPr>
          </a:p>
          <a:p>
            <a:pPr indent="-482600" lvl="0" marL="45720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WebEx, owned by Cisco, owned the enterprise market (57 billion revenue)</a:t>
            </a:r>
            <a:endParaRPr sz="4000">
              <a:solidFill>
                <a:schemeClr val="dk2"/>
              </a:solidFill>
              <a:latin typeface="Archivo"/>
              <a:ea typeface="Archivo"/>
              <a:cs typeface="Archivo"/>
              <a:sym typeface="Archivo"/>
            </a:endParaRPr>
          </a:p>
          <a:p>
            <a:pPr indent="-482600" lvl="0" marL="457200" rtl="0" algn="l">
              <a:lnSpc>
                <a:spcPct val="140000"/>
              </a:lnSpc>
              <a:spcBef>
                <a:spcPts val="0"/>
              </a:spcBef>
              <a:spcAft>
                <a:spcPts val="0"/>
              </a:spcAft>
              <a:buClr>
                <a:schemeClr val="dk2"/>
              </a:buClr>
              <a:buSzPts val="4000"/>
              <a:buFont typeface="Archivo"/>
              <a:buChar char="●"/>
            </a:pPr>
            <a:r>
              <a:rPr lang="en-US" sz="4000">
                <a:solidFill>
                  <a:schemeClr val="dk2"/>
                </a:solidFill>
                <a:latin typeface="Archivo"/>
                <a:ea typeface="Archivo"/>
                <a:cs typeface="Archivo"/>
                <a:sym typeface="Archivo"/>
              </a:rPr>
              <a:t>How did Zoom win? </a:t>
            </a:r>
            <a:endParaRPr sz="4000">
              <a:solidFill>
                <a:schemeClr val="dk2"/>
              </a:solidFill>
              <a:latin typeface="Archivo"/>
              <a:ea typeface="Archivo"/>
              <a:cs typeface="Archivo"/>
              <a:sym typeface="Archivo"/>
            </a:endParaRPr>
          </a:p>
        </p:txBody>
      </p:sp>
      <p:sp>
        <p:nvSpPr>
          <p:cNvPr id="571" name="Google Shape;571;p73" title="Green footer bar with page number"/>
          <p:cNvSpPr/>
          <p:nvPr/>
        </p:nvSpPr>
        <p:spPr>
          <a:xfrm>
            <a:off x="0" y="13175866"/>
            <a:ext cx="24384000" cy="54870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id="572" name="Google Shape;572;p73"/>
          <p:cNvSpPr txBox="1"/>
          <p:nvPr/>
        </p:nvSpPr>
        <p:spPr>
          <a:xfrm>
            <a:off x="23835359" y="13175866"/>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2000"/>
              <a:buFont typeface="Arial"/>
              <a:buNone/>
            </a:pPr>
            <a:fld id="{00000000-1234-1234-1234-123412341234}" type="slidenum">
              <a:rPr b="1" i="0" lang="en-US" sz="2000" u="none" cap="none" strike="noStrike">
                <a:solidFill>
                  <a:schemeClr val="accent1"/>
                </a:solidFill>
                <a:latin typeface="Arial"/>
                <a:ea typeface="Arial"/>
                <a:cs typeface="Arial"/>
                <a:sym typeface="Arial"/>
              </a:rPr>
              <a:t>‹#›</a:t>
            </a:fld>
            <a:endParaRPr b="1" i="0" sz="2000" u="none" cap="none" strike="noStrike">
              <a:solidFill>
                <a:schemeClr val="accent1"/>
              </a:solidFill>
              <a:latin typeface="Arial"/>
              <a:ea typeface="Arial"/>
              <a:cs typeface="Arial"/>
              <a:sym typeface="Arial"/>
            </a:endParaRPr>
          </a:p>
        </p:txBody>
      </p:sp>
      <p:sp>
        <p:nvSpPr>
          <p:cNvPr id="573" name="Google Shape;573;p73"/>
          <p:cNvSpPr/>
          <p:nvPr/>
        </p:nvSpPr>
        <p:spPr>
          <a:xfrm>
            <a:off x="608725" y="7719100"/>
            <a:ext cx="548700" cy="279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a:ea typeface="Helvetica Neue"/>
              <a:cs typeface="Helvetica Neue"/>
              <a:sym typeface="Helvetica Neue"/>
            </a:endParaRPr>
          </a:p>
        </p:txBody>
      </p:sp>
      <p:pic>
        <p:nvPicPr>
          <p:cNvPr descr="- We don't just make videos. Try our cool presentation app, Slidebean - 1 month FREE: https://slidebean.com/youtube  &#10;- More Forensics videos ► https://www.youtube.com/watch?v=wcUxlFpDgOU&amp;list=PLnhdsL4kFmVYFpR-gVUhvDGlwsKpXtfU6 &#10;&#10;These are strange times and, if you are in your house (which you should be!) chances are you’ve used some sort of video call to talk with family, friends or even go to school. And, most likely, it’s been Zoom. Why is everybody using Zoom? Let’s find out how it became successful in this episode. This is the Zoom company story: How Eric Yuan defeated Skype&#10;&#10;Why did Zoom suddenly become so successful? &#10;#slidebean #startups #zoom&#10;&#10;Zoom vs Skype&#10;00:00 Intro &#10;1:01 The Origins&#10;4:25 Zoom’s recipe for success&#10;5:57 Is that a unicorn?&#10;7:26 Success in turbulent times&#10;&#10;Read the article: https://slidebean.com/blog/startups-zoom-company-story-eric-yuan-skype   &#10;&#10;----&#10;&#10;Our free Udemy Course: https://www.udemy.com/course/starting-a-business-101/&#10;&#10;----&#10;&#10;Subscribe - https://www.youtube.com/channel/UC4bq21IPPbpu0Qrsl7LW0sw?sub_confirmation=1 &#10;Startup Café on Discord - https://slidebean.com/startup-cafe &#10;Send your T-Shirt to Caya - http://bit.ly/2MJRxAM&#10;&#10;----&#10;&#10;Recommended videos:&#10;&#10;1) How to Create a Pitch Deck for Investors: https://www.youtube.com/watch?v=SB16xgtFmco&#10;2) Seed Funding for Startups: How to raise venture capital as an entrepreneur: https://www.youtube.com/watch?v=4RAs9Y5wwDo&#10;3) Demo Days: How to deliver a startup pitch deck - https://www.youtube.com/watch?v=IO11PLB2UV8&#10;&#10;---- &#10;&#10;Slidebean’s Social Media:&#10;Twitter: https://twitter.com/slidebean  &#10;Linkedin: http://linkedin.com/company/slidebean&#10;&#10;---- &#10;&#10;Follow Caya: https://twitter.com/cayahere and https://instagram.com/caya_here" id="574" name="Google Shape;574;p73" title="Zoom company story: How Eric Yuan defeated Skype">
            <a:hlinkClick r:id="rId4"/>
          </p:cNvPr>
          <p:cNvPicPr preferRelativeResize="0"/>
          <p:nvPr/>
        </p:nvPicPr>
        <p:blipFill>
          <a:blip r:embed="rId5">
            <a:alphaModFix/>
          </a:blip>
          <a:stretch>
            <a:fillRect/>
          </a:stretch>
        </p:blipFill>
        <p:spPr>
          <a:xfrm>
            <a:off x="1157425" y="4236000"/>
            <a:ext cx="10410050" cy="5855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4"/>
                                        </p:tgtEl>
                                        <p:attrNameLst>
                                          <p:attrName>style.visibility</p:attrName>
                                        </p:attrNameLst>
                                      </p:cBhvr>
                                      <p:to>
                                        <p:strVal val="visible"/>
                                      </p:to>
                                    </p:set>
                                    <p:animEffect filter="fade" transition="in">
                                      <p:cBhvr>
                                        <p:cTn dur="1000"/>
                                        <p:tgtEl>
                                          <p:spTgt spid="5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alpha val="0"/>
          </a:schemeClr>
        </a:solidFill>
      </p:bgPr>
    </p:bg>
    <p:spTree>
      <p:nvGrpSpPr>
        <p:cNvPr id="578" name="Shape 578"/>
        <p:cNvGrpSpPr/>
        <p:nvPr/>
      </p:nvGrpSpPr>
      <p:grpSpPr>
        <a:xfrm>
          <a:off x="0" y="0"/>
          <a:ext cx="0" cy="0"/>
          <a:chOff x="0" y="0"/>
          <a:chExt cx="0" cy="0"/>
        </a:xfrm>
      </p:grpSpPr>
      <p:pic>
        <p:nvPicPr>
          <p:cNvPr id="579" name="Google Shape;579;p74"/>
          <p:cNvPicPr preferRelativeResize="0"/>
          <p:nvPr/>
        </p:nvPicPr>
        <p:blipFill rotWithShape="1">
          <a:blip r:embed="rId3">
            <a:alphaModFix/>
          </a:blip>
          <a:srcRect b="1579" l="0" r="0" t="1569"/>
          <a:stretch/>
        </p:blipFill>
        <p:spPr>
          <a:xfrm>
            <a:off x="342431" y="499915"/>
            <a:ext cx="547744" cy="541653"/>
          </a:xfrm>
          <a:prstGeom prst="rect">
            <a:avLst/>
          </a:prstGeom>
          <a:noFill/>
          <a:ln>
            <a:noFill/>
          </a:ln>
        </p:spPr>
      </p:pic>
      <p:sp>
        <p:nvSpPr>
          <p:cNvPr id="580" name="Google Shape;580;p74"/>
          <p:cNvSpPr txBox="1"/>
          <p:nvPr/>
        </p:nvSpPr>
        <p:spPr>
          <a:xfrm>
            <a:off x="1224212" y="549243"/>
            <a:ext cx="8083500" cy="40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2"/>
              </a:buClr>
              <a:buSzPts val="2600"/>
              <a:buFont typeface="Arial"/>
              <a:buNone/>
            </a:pPr>
            <a:r>
              <a:rPr b="1" lang="en-US" sz="2600">
                <a:solidFill>
                  <a:schemeClr val="dk2"/>
                </a:solidFill>
                <a:latin typeface="Archivo"/>
                <a:ea typeface="Archivo"/>
                <a:cs typeface="Archivo"/>
                <a:sym typeface="Archivo"/>
              </a:rPr>
              <a:t>BA 336: Essentials of Information Systems</a:t>
            </a:r>
            <a:endParaRPr b="1" i="0" sz="2600" u="none" cap="none" strike="noStrike">
              <a:solidFill>
                <a:schemeClr val="dk2"/>
              </a:solidFill>
              <a:latin typeface="Archivo"/>
              <a:ea typeface="Archivo"/>
              <a:cs typeface="Archivo"/>
              <a:sym typeface="Archivo"/>
            </a:endParaRPr>
          </a:p>
        </p:txBody>
      </p:sp>
      <p:sp>
        <p:nvSpPr>
          <p:cNvPr id="581" name="Google Shape;581;p74"/>
          <p:cNvSpPr txBox="1"/>
          <p:nvPr/>
        </p:nvSpPr>
        <p:spPr>
          <a:xfrm>
            <a:off x="1217700" y="1929175"/>
            <a:ext cx="17259300" cy="15234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chemeClr val="accent1"/>
              </a:buClr>
              <a:buSzPts val="10000"/>
              <a:buFont typeface="Arial"/>
              <a:buNone/>
            </a:pPr>
            <a:r>
              <a:rPr b="1" i="1" lang="en-US" sz="9000">
                <a:solidFill>
                  <a:schemeClr val="accent1"/>
                </a:solidFill>
                <a:latin typeface="Archivo Narrow"/>
                <a:ea typeface="Archivo Narrow"/>
                <a:cs typeface="Archivo Narrow"/>
                <a:sym typeface="Archivo Narrow"/>
              </a:rPr>
              <a:t>How to Compete in a Network Effects Exist</a:t>
            </a:r>
            <a:endParaRPr sz="9000">
              <a:latin typeface="Archivo Narrow"/>
              <a:ea typeface="Archivo Narrow"/>
              <a:cs typeface="Archivo Narrow"/>
              <a:sym typeface="Archivo Narrow"/>
            </a:endParaRPr>
          </a:p>
        </p:txBody>
      </p:sp>
      <p:sp>
        <p:nvSpPr>
          <p:cNvPr id="582" name="Google Shape;582;p74"/>
          <p:cNvSpPr txBox="1"/>
          <p:nvPr/>
        </p:nvSpPr>
        <p:spPr>
          <a:xfrm>
            <a:off x="1217693" y="4823925"/>
            <a:ext cx="18968400" cy="8463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accent1"/>
              </a:buClr>
              <a:buSzPts val="4000"/>
              <a:buFont typeface="Ultra"/>
              <a:buNone/>
            </a:pPr>
            <a:r>
              <a:t/>
            </a:r>
            <a:endParaRPr b="1" sz="4200">
              <a:latin typeface="Archivo Narrow"/>
              <a:ea typeface="Archivo Narrow"/>
              <a:cs typeface="Archivo Narrow"/>
              <a:sym typeface="Archivo Narrow"/>
            </a:endParaRPr>
          </a:p>
        </p:txBody>
      </p:sp>
      <p:sp>
        <p:nvSpPr>
          <p:cNvPr id="583" name="Google Shape;583;p74"/>
          <p:cNvSpPr txBox="1"/>
          <p:nvPr/>
        </p:nvSpPr>
        <p:spPr>
          <a:xfrm>
            <a:off x="1197450" y="4641425"/>
            <a:ext cx="9966600" cy="7682100"/>
          </a:xfrm>
          <a:prstGeom prst="rect">
            <a:avLst/>
          </a:prstGeom>
          <a:noFill/>
          <a:ln>
            <a:noFill/>
          </a:ln>
        </p:spPr>
        <p:txBody>
          <a:bodyPr anchorCtr="0" anchor="t" bIns="0" lIns="0" spcFirstLastPara="1" rIns="0" wrap="square" tIns="0">
            <a:noAutofit/>
          </a:bodyPr>
          <a:lstStyle/>
          <a:p>
            <a:pPr indent="-457200" lvl="0" marL="457200" rtl="0" algn="l">
              <a:lnSpc>
                <a:spcPct val="115000"/>
              </a:lnSpc>
              <a:spcBef>
                <a:spcPts val="0"/>
              </a:spcBef>
              <a:spcAft>
                <a:spcPts val="0"/>
              </a:spcAft>
              <a:buClr>
                <a:srgbClr val="2D3B45"/>
              </a:buClr>
              <a:buSzPts val="3600"/>
              <a:buFont typeface="Lato"/>
              <a:buChar char="●"/>
            </a:pPr>
            <a:r>
              <a:rPr lang="en-US" sz="3600">
                <a:solidFill>
                  <a:srgbClr val="2D3B45"/>
                </a:solidFill>
                <a:highlight>
                  <a:srgbClr val="FFFFFF"/>
                </a:highlight>
                <a:latin typeface="Lato"/>
                <a:ea typeface="Lato"/>
                <a:cs typeface="Lato"/>
                <a:sym typeface="Lato"/>
              </a:rPr>
              <a:t>Move early </a:t>
            </a:r>
            <a:endParaRPr sz="3600">
              <a:solidFill>
                <a:srgbClr val="2D3B45"/>
              </a:solidFill>
              <a:highlight>
                <a:srgbClr val="FFFFFF"/>
              </a:highlight>
              <a:latin typeface="Lato"/>
              <a:ea typeface="Lato"/>
              <a:cs typeface="Lato"/>
              <a:sym typeface="Lato"/>
            </a:endParaRPr>
          </a:p>
          <a:p>
            <a:pPr indent="-457200" lvl="0" marL="457200" rtl="0" algn="l">
              <a:lnSpc>
                <a:spcPct val="115000"/>
              </a:lnSpc>
              <a:spcBef>
                <a:spcPts val="0"/>
              </a:spcBef>
              <a:spcAft>
                <a:spcPts val="0"/>
              </a:spcAft>
              <a:buClr>
                <a:srgbClr val="2D3B45"/>
              </a:buClr>
              <a:buSzPts val="3600"/>
              <a:buFont typeface="Lato"/>
              <a:buChar char="●"/>
            </a:pPr>
            <a:r>
              <a:rPr lang="en-US" sz="3600">
                <a:solidFill>
                  <a:srgbClr val="2D3B45"/>
                </a:solidFill>
                <a:highlight>
                  <a:srgbClr val="FFFFFF"/>
                </a:highlight>
                <a:latin typeface="Lato"/>
                <a:ea typeface="Lato"/>
                <a:cs typeface="Lato"/>
                <a:sym typeface="Lato"/>
              </a:rPr>
              <a:t>Subsidize </a:t>
            </a:r>
            <a:r>
              <a:rPr lang="en-US" sz="3600">
                <a:solidFill>
                  <a:srgbClr val="2D3B45"/>
                </a:solidFill>
                <a:highlight>
                  <a:srgbClr val="FFFFFF"/>
                </a:highlight>
                <a:latin typeface="Lato"/>
                <a:ea typeface="Lato"/>
                <a:cs typeface="Lato"/>
                <a:sym typeface="Lato"/>
              </a:rPr>
              <a:t>adoption</a:t>
            </a:r>
            <a:r>
              <a:rPr lang="en-US" sz="3600">
                <a:solidFill>
                  <a:srgbClr val="2D3B45"/>
                </a:solidFill>
                <a:highlight>
                  <a:srgbClr val="FFFFFF"/>
                </a:highlight>
                <a:latin typeface="Lato"/>
                <a:ea typeface="Lato"/>
                <a:cs typeface="Lato"/>
                <a:sym typeface="Lato"/>
              </a:rPr>
              <a:t> </a:t>
            </a:r>
            <a:endParaRPr sz="3600">
              <a:solidFill>
                <a:srgbClr val="2D3B45"/>
              </a:solidFill>
              <a:highlight>
                <a:srgbClr val="FFFFFF"/>
              </a:highlight>
              <a:latin typeface="Lato"/>
              <a:ea typeface="Lato"/>
              <a:cs typeface="Lato"/>
              <a:sym typeface="Lato"/>
            </a:endParaRPr>
          </a:p>
          <a:p>
            <a:pPr indent="-457200" lvl="0" marL="457200" rtl="0" algn="l">
              <a:lnSpc>
                <a:spcPct val="115000"/>
              </a:lnSpc>
              <a:spcBef>
                <a:spcPts val="0"/>
              </a:spcBef>
              <a:spcAft>
                <a:spcPts val="0"/>
              </a:spcAft>
              <a:buClr>
                <a:srgbClr val="2D3B45"/>
              </a:buClr>
              <a:buSzPts val="3600"/>
              <a:buFont typeface="Lato"/>
              <a:buChar char="●"/>
            </a:pPr>
            <a:r>
              <a:rPr lang="en-US" sz="3600">
                <a:solidFill>
                  <a:srgbClr val="2D3B45"/>
                </a:solidFill>
                <a:highlight>
                  <a:srgbClr val="FFFFFF"/>
                </a:highlight>
                <a:latin typeface="Lato"/>
                <a:ea typeface="Lato"/>
                <a:cs typeface="Lato"/>
                <a:sym typeface="Lato"/>
              </a:rPr>
              <a:t>Leverage viral promotion </a:t>
            </a:r>
            <a:endParaRPr sz="3600">
              <a:solidFill>
                <a:srgbClr val="2D3B45"/>
              </a:solidFill>
              <a:highlight>
                <a:srgbClr val="FFFFFF"/>
              </a:highlight>
              <a:latin typeface="Lato"/>
              <a:ea typeface="Lato"/>
              <a:cs typeface="Lato"/>
              <a:sym typeface="Lato"/>
            </a:endParaRPr>
          </a:p>
          <a:p>
            <a:pPr indent="-457200" lvl="0" marL="457200" rtl="0" algn="l">
              <a:lnSpc>
                <a:spcPct val="115000"/>
              </a:lnSpc>
              <a:spcBef>
                <a:spcPts val="0"/>
              </a:spcBef>
              <a:spcAft>
                <a:spcPts val="0"/>
              </a:spcAft>
              <a:buClr>
                <a:srgbClr val="2D3B45"/>
              </a:buClr>
              <a:buSzPts val="3600"/>
              <a:buFont typeface="Lato"/>
              <a:buChar char="●"/>
            </a:pPr>
            <a:r>
              <a:rPr lang="en-US" sz="3600">
                <a:solidFill>
                  <a:srgbClr val="2D3B45"/>
                </a:solidFill>
                <a:highlight>
                  <a:srgbClr val="FFFFFF"/>
                </a:highlight>
                <a:latin typeface="Lato"/>
                <a:ea typeface="Lato"/>
                <a:cs typeface="Lato"/>
                <a:sym typeface="Lato"/>
              </a:rPr>
              <a:t>Redefine the market </a:t>
            </a:r>
            <a:endParaRPr sz="3600">
              <a:solidFill>
                <a:srgbClr val="2D3B45"/>
              </a:solidFill>
              <a:highlight>
                <a:srgbClr val="FFFFFF"/>
              </a:highlight>
              <a:latin typeface="Lato"/>
              <a:ea typeface="Lato"/>
              <a:cs typeface="Lato"/>
              <a:sym typeface="Lato"/>
            </a:endParaRPr>
          </a:p>
          <a:p>
            <a:pPr indent="-457200" lvl="0" marL="457200" rtl="0" algn="l">
              <a:lnSpc>
                <a:spcPct val="115000"/>
              </a:lnSpc>
              <a:spcBef>
                <a:spcPts val="0"/>
              </a:spcBef>
              <a:spcAft>
                <a:spcPts val="0"/>
              </a:spcAft>
              <a:buClr>
                <a:srgbClr val="2D3B45"/>
              </a:buClr>
              <a:buSzPts val="3600"/>
              <a:buFont typeface="Lato"/>
              <a:buChar char="●"/>
            </a:pPr>
            <a:r>
              <a:rPr lang="en-US" sz="3600">
                <a:solidFill>
                  <a:srgbClr val="2D3B45"/>
                </a:solidFill>
                <a:highlight>
                  <a:srgbClr val="FFFFFF"/>
                </a:highlight>
                <a:latin typeface="Lato"/>
                <a:ea typeface="Lato"/>
                <a:cs typeface="Lato"/>
                <a:sym typeface="Lato"/>
              </a:rPr>
              <a:t>Build alliances and partnerships </a:t>
            </a:r>
            <a:endParaRPr sz="3600">
              <a:solidFill>
                <a:srgbClr val="2D3B45"/>
              </a:solidFill>
              <a:highlight>
                <a:srgbClr val="FFFFFF"/>
              </a:highlight>
              <a:latin typeface="Lato"/>
              <a:ea typeface="Lato"/>
              <a:cs typeface="Lato"/>
              <a:sym typeface="Lato"/>
            </a:endParaRPr>
          </a:p>
          <a:p>
            <a:pPr indent="0" lvl="0" marL="0" rtl="0" algn="l">
              <a:lnSpc>
                <a:spcPct val="115000"/>
              </a:lnSpc>
              <a:spcBef>
                <a:spcPts val="500"/>
              </a:spcBef>
              <a:spcAft>
                <a:spcPts val="0"/>
              </a:spcAft>
              <a:buNone/>
            </a:pPr>
            <a:r>
              <a:t/>
            </a:r>
            <a:endParaRPr sz="3600">
              <a:solidFill>
                <a:srgbClr val="2D3B45"/>
              </a:solidFill>
              <a:highlight>
                <a:srgbClr val="FFFFFF"/>
              </a:highlight>
              <a:latin typeface="Lato"/>
              <a:ea typeface="Lato"/>
              <a:cs typeface="Lato"/>
              <a:sym typeface="Lato"/>
            </a:endParaRPr>
          </a:p>
          <a:p>
            <a:pPr indent="0" lvl="0" marL="0" marR="0" rtl="0" algn="l">
              <a:lnSpc>
                <a:spcPct val="140000"/>
              </a:lnSpc>
              <a:spcBef>
                <a:spcPts val="500"/>
              </a:spcBef>
              <a:spcAft>
                <a:spcPts val="0"/>
              </a:spcAft>
              <a:buNone/>
            </a:pPr>
            <a:r>
              <a:t/>
            </a:r>
            <a:endParaRPr sz="4000">
              <a:solidFill>
                <a:schemeClr val="dk2"/>
              </a:solidFill>
              <a:latin typeface="Archivo"/>
              <a:ea typeface="Archivo"/>
              <a:cs typeface="Archivo"/>
              <a:sym typeface="Archivo"/>
            </a:endParaRPr>
          </a:p>
        </p:txBody>
      </p:sp>
      <p:sp>
        <p:nvSpPr>
          <p:cNvPr id="584" name="Google Shape;584;p74" title="Green footer bar with page number"/>
          <p:cNvSpPr/>
          <p:nvPr/>
        </p:nvSpPr>
        <p:spPr>
          <a:xfrm>
            <a:off x="0" y="13175866"/>
            <a:ext cx="24384000" cy="548700"/>
          </a:xfrm>
          <a:prstGeom prst="rect">
            <a:avLst/>
          </a:prstGeom>
          <a:solidFill>
            <a:schemeClr val="accent1"/>
          </a:solid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FF"/>
              </a:buClr>
              <a:buSzPts val="3200"/>
              <a:buFont typeface="Helvetica Neue"/>
              <a:buNone/>
            </a:pPr>
            <a:r>
              <a:t/>
            </a:r>
            <a:endParaRPr b="0" i="0" sz="3200" u="none" cap="none" strike="noStrike">
              <a:solidFill>
                <a:srgbClr val="FFFFFF"/>
              </a:solidFill>
              <a:latin typeface="Helvetica Neue"/>
              <a:ea typeface="Helvetica Neue"/>
              <a:cs typeface="Helvetica Neue"/>
              <a:sym typeface="Helvetica Neue"/>
            </a:endParaRPr>
          </a:p>
        </p:txBody>
      </p:sp>
      <p:sp>
        <p:nvSpPr>
          <p:cNvPr id="585" name="Google Shape;585;p74"/>
          <p:cNvSpPr txBox="1"/>
          <p:nvPr/>
        </p:nvSpPr>
        <p:spPr>
          <a:xfrm>
            <a:off x="23835359" y="13175866"/>
            <a:ext cx="548700" cy="548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1"/>
              </a:buClr>
              <a:buSzPts val="2000"/>
              <a:buFont typeface="Arial"/>
              <a:buNone/>
            </a:pPr>
            <a:fld id="{00000000-1234-1234-1234-123412341234}" type="slidenum">
              <a:rPr b="1" i="0" lang="en-US" sz="2000" u="none" cap="none" strike="noStrike">
                <a:solidFill>
                  <a:schemeClr val="accent1"/>
                </a:solidFill>
                <a:latin typeface="Arial"/>
                <a:ea typeface="Arial"/>
                <a:cs typeface="Arial"/>
                <a:sym typeface="Arial"/>
              </a:rPr>
              <a:t>‹#›</a:t>
            </a:fld>
            <a:endParaRPr b="1" i="0" sz="2000" u="none" cap="none" strike="noStrike">
              <a:solidFill>
                <a:schemeClr val="accent1"/>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9" name="Shape 589"/>
        <p:cNvGrpSpPr/>
        <p:nvPr/>
      </p:nvGrpSpPr>
      <p:grpSpPr>
        <a:xfrm>
          <a:off x="0" y="0"/>
          <a:ext cx="0" cy="0"/>
          <a:chOff x="0" y="0"/>
          <a:chExt cx="0" cy="0"/>
        </a:xfrm>
      </p:grpSpPr>
      <p:sp>
        <p:nvSpPr>
          <p:cNvPr id="590" name="Google Shape;590;p75"/>
          <p:cNvSpPr txBox="1"/>
          <p:nvPr/>
        </p:nvSpPr>
        <p:spPr>
          <a:xfrm>
            <a:off x="0" y="5126125"/>
            <a:ext cx="24384000" cy="2203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accent1"/>
              </a:buClr>
              <a:buSzPts val="14400"/>
              <a:buFont typeface="Arial"/>
              <a:buNone/>
            </a:pPr>
            <a:r>
              <a:rPr lang="en-US" sz="14400">
                <a:solidFill>
                  <a:schemeClr val="accent1"/>
                </a:solidFill>
                <a:latin typeface="Archivo Narrow"/>
                <a:ea typeface="Archivo Narrow"/>
                <a:cs typeface="Archivo Narrow"/>
                <a:sym typeface="Archivo Narrow"/>
              </a:rPr>
              <a:t>In-Class Excel Practice</a:t>
            </a:r>
            <a:endParaRPr>
              <a:latin typeface="Archivo Narrow"/>
              <a:ea typeface="Archivo Narrow"/>
              <a:cs typeface="Archivo Narrow"/>
              <a:sym typeface="Archivo Narrow"/>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4" name="Shape 594"/>
        <p:cNvGrpSpPr/>
        <p:nvPr/>
      </p:nvGrpSpPr>
      <p:grpSpPr>
        <a:xfrm>
          <a:off x="0" y="0"/>
          <a:ext cx="0" cy="0"/>
          <a:chOff x="0" y="0"/>
          <a:chExt cx="0" cy="0"/>
        </a:xfrm>
      </p:grpSpPr>
      <p:sp>
        <p:nvSpPr>
          <p:cNvPr id="595" name="Google Shape;595;p76"/>
          <p:cNvSpPr txBox="1"/>
          <p:nvPr/>
        </p:nvSpPr>
        <p:spPr>
          <a:xfrm>
            <a:off x="268350" y="2360400"/>
            <a:ext cx="8049600" cy="2203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accent1"/>
              </a:buClr>
              <a:buSzPts val="14400"/>
              <a:buFont typeface="Arial"/>
              <a:buNone/>
            </a:pPr>
            <a:r>
              <a:rPr lang="en-US" sz="14400">
                <a:solidFill>
                  <a:schemeClr val="accent1"/>
                </a:solidFill>
                <a:latin typeface="Archivo Narrow"/>
                <a:ea typeface="Archivo Narrow"/>
                <a:cs typeface="Archivo Narrow"/>
                <a:sym typeface="Archivo Narrow"/>
              </a:rPr>
              <a:t>The End…</a:t>
            </a:r>
            <a:endParaRPr>
              <a:latin typeface="Archivo Narrow"/>
              <a:ea typeface="Archivo Narrow"/>
              <a:cs typeface="Archivo Narrow"/>
              <a:sym typeface="Archivo Narrow"/>
            </a:endParaRPr>
          </a:p>
        </p:txBody>
      </p:sp>
      <p:pic>
        <p:nvPicPr>
          <p:cNvPr id="596" name="Google Shape;596;p76"/>
          <p:cNvPicPr preferRelativeResize="0"/>
          <p:nvPr/>
        </p:nvPicPr>
        <p:blipFill>
          <a:blip r:embed="rId3">
            <a:alphaModFix/>
          </a:blip>
          <a:stretch>
            <a:fillRect/>
          </a:stretch>
        </p:blipFill>
        <p:spPr>
          <a:xfrm>
            <a:off x="9308975" y="2360400"/>
            <a:ext cx="13230300" cy="9934325"/>
          </a:xfrm>
          <a:prstGeom prst="rect">
            <a:avLst/>
          </a:prstGeom>
          <a:noFill/>
          <a:ln cap="flat" cmpd="sng" w="38100">
            <a:solidFill>
              <a:schemeClr val="dk2"/>
            </a:solidFill>
            <a:prstDash val="solid"/>
            <a:round/>
            <a:headEnd len="sm" w="sm" type="none"/>
            <a:tailEnd len="sm" w="sm" type="none"/>
          </a:ln>
        </p:spPr>
      </p:pic>
      <p:cxnSp>
        <p:nvCxnSpPr>
          <p:cNvPr id="597" name="Google Shape;597;p76"/>
          <p:cNvCxnSpPr/>
          <p:nvPr/>
        </p:nvCxnSpPr>
        <p:spPr>
          <a:xfrm>
            <a:off x="9349800" y="1646300"/>
            <a:ext cx="13015200" cy="11182500"/>
          </a:xfrm>
          <a:prstGeom prst="straightConnector1">
            <a:avLst/>
          </a:prstGeom>
          <a:noFill/>
          <a:ln cap="flat" cmpd="sng" w="38100">
            <a:solidFill>
              <a:schemeClr val="accent5"/>
            </a:solidFill>
            <a:prstDash val="solid"/>
            <a:round/>
            <a:headEnd len="med" w="med" type="none"/>
            <a:tailEnd len="med" w="med" type="none"/>
          </a:ln>
        </p:spPr>
      </p:cxnSp>
      <p:cxnSp>
        <p:nvCxnSpPr>
          <p:cNvPr id="598" name="Google Shape;598;p76"/>
          <p:cNvCxnSpPr/>
          <p:nvPr/>
        </p:nvCxnSpPr>
        <p:spPr>
          <a:xfrm flipH="1">
            <a:off x="10030375" y="1922913"/>
            <a:ext cx="10998900" cy="10809300"/>
          </a:xfrm>
          <a:prstGeom prst="straightConnector1">
            <a:avLst/>
          </a:prstGeom>
          <a:noFill/>
          <a:ln cap="flat" cmpd="sng" w="38100">
            <a:solidFill>
              <a:schemeClr val="accent5"/>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Black">
  <a:themeElements>
    <a:clrScheme name="Black">
      <a:dk1>
        <a:srgbClr val="000000"/>
      </a:dk1>
      <a:lt1>
        <a:srgbClr val="FFFFFF"/>
      </a:lt1>
      <a:dk2>
        <a:srgbClr val="434343"/>
      </a:dk2>
      <a:lt2>
        <a:srgbClr val="A9A9A9"/>
      </a:lt2>
      <a:accent1>
        <a:srgbClr val="0076BA"/>
      </a:accent1>
      <a:accent2>
        <a:srgbClr val="00A89D"/>
      </a:accent2>
      <a:accent3>
        <a:srgbClr val="1DB100"/>
      </a:accent3>
      <a:accent4>
        <a:srgbClr val="F8BA00"/>
      </a:accent4>
      <a:accent5>
        <a:srgbClr val="EE220C"/>
      </a:accent5>
      <a:accent6>
        <a:srgbClr val="CB297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lack">
  <a:themeElements>
    <a:clrScheme name="Custom 1">
      <a:dk1>
        <a:srgbClr val="000000"/>
      </a:dk1>
      <a:lt1>
        <a:srgbClr val="FFFFFF"/>
      </a:lt1>
      <a:dk2>
        <a:srgbClr val="434343"/>
      </a:dk2>
      <a:lt2>
        <a:srgbClr val="A9A9A9"/>
      </a:lt2>
      <a:accent1>
        <a:srgbClr val="6D8D24"/>
      </a:accent1>
      <a:accent2>
        <a:srgbClr val="C6D300"/>
      </a:accent2>
      <a:accent3>
        <a:srgbClr val="203920"/>
      </a:accent3>
      <a:accent4>
        <a:srgbClr val="008AC1"/>
      </a:accent4>
      <a:accent5>
        <a:srgbClr val="E54827"/>
      </a:accent5>
      <a:accent6>
        <a:srgbClr val="8A8A66"/>
      </a:accent6>
      <a:hlink>
        <a:srgbClr val="A4DEF8"/>
      </a:hlink>
      <a:folHlink>
        <a:srgbClr val="F68A1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